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1" r:id="rId5"/>
    <p:sldId id="260" r:id="rId6"/>
    <p:sldId id="262" r:id="rId7"/>
    <p:sldId id="265" r:id="rId8"/>
    <p:sldId id="266" r:id="rId9"/>
    <p:sldId id="264" r:id="rId10"/>
    <p:sldId id="29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BB4-4BE5-87E7-8A8C97F4520D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BB4-4BE5-87E7-8A8C97F4520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BB4-4BE5-87E7-8A8C97F4520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BB4-4BE5-87E7-8A8C97F4520D}"/>
              </c:ext>
            </c:extLst>
          </c:dPt>
          <c:cat>
            <c:strRef>
              <c:f>Sheet1!$A$2:$A$5</c:f>
              <c:strCache>
                <c:ptCount val="2"/>
                <c:pt idx="0">
                  <c:v>Passed</c:v>
                </c:pt>
                <c:pt idx="1">
                  <c:v>Failed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B4-4BE5-87E7-8A8C97F452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5E52EF-3C48-46D4-94A5-4961000B2CC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3A1EC-6BFC-4C4F-9038-17A0892BF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48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g2566e2a9de5_0_189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6" name="Google Shape;2136;g2566e2a9de5_0_189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A936E-DA23-7779-B327-E47691A6C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E6A3F2-C83A-5BA9-9326-46CF9A181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35D54-3E03-72AB-4E4B-D8B1134F2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0621-595D-4719-938D-E8D9F992BBA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344AA-B3A4-1787-8F6E-C5D097A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758BF-77CC-47F7-A4D0-84E9BE23D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7857A-1DFD-4927-A1B9-83D8B94EE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3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6E604-0AB6-5358-8C91-ED805F44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753FE-19ED-899E-9D05-F76295DDC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5B888-4C62-8228-4DAC-5DB635D0D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0621-595D-4719-938D-E8D9F992BBA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9422A-3E08-787A-C61B-7E22CD46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CCF06-7054-FA8B-4E1E-DA6549B15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7857A-1DFD-4927-A1B9-83D8B94EE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28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D255-C3B5-2444-7523-517D27839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67280-22E1-0EE5-0AC2-60B6D0398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E5C48-3B59-D63F-631E-874D1DA0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0621-595D-4719-938D-E8D9F992BBA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C94E5-D751-3060-1A31-1E3C73BAE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C6473-53DC-5C0E-D2C7-2E76DFA75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7857A-1DFD-4927-A1B9-83D8B94EE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536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23197-9133-14F5-23B7-CAE3F7B6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F165E-854A-F522-9C5C-3BF74D4F0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58DA5-FC00-8D61-FDE7-19A957535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7E7CF6-31AC-3CE0-2075-9EED301B7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0621-595D-4719-938D-E8D9F992BBA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625E1-F3AF-3273-AF2B-66B25FEDA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428B5-CEC5-1829-3CC6-7F89FA077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7857A-1DFD-4927-A1B9-83D8B94EE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7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13A2A-6B44-086E-2938-ED3E8D620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616D4-F0AE-AC51-31F7-70F9E770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D0846-D989-2B21-05C0-6F7F2190C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F3FCB-55E7-4557-1B4E-39AA844F0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5827E6-5C3B-1805-B805-F915A629D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FFD24B-D9BA-BA7E-EDEC-F34FB6F1E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0621-595D-4719-938D-E8D9F992BBA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5A9B2E-4446-411A-894C-59FC55EB0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22CE3E-5E17-4B61-FE1E-4B2AE94D4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7857A-1DFD-4927-A1B9-83D8B94EE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72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F0DDC-369D-CAFB-9375-248DD5CBB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3EACF-C8DC-66A1-FAC3-CF6091D50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0621-595D-4719-938D-E8D9F992BBA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1F0157-2DAA-15BF-AD1E-48088666D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F6712-402B-8F36-C2F4-0B34FCD55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7857A-1DFD-4927-A1B9-83D8B94EE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3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D7D801-BD57-7FB8-C31F-6CFC997B4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0621-595D-4719-938D-E8D9F992BBA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038C8-34AB-256A-B85F-663E60493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65DAC-FC52-D010-EB7C-699C79AC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7857A-1DFD-4927-A1B9-83D8B94EE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62FB-33EA-ADB0-7216-820E8E93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02800-4A16-328C-290A-14CCCD3A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2E235-0D3F-90B5-D5AA-85BF9479B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71284-D191-74DE-5667-FD8059470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0621-595D-4719-938D-E8D9F992BBA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E08C6-A517-8AAD-1145-BBF7E0DEE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9E9A9-4B71-404C-771F-2E46A53D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7857A-1DFD-4927-A1B9-83D8B94EE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945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38A31-4765-E2D8-5E71-B7B398FBE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91216C-8332-6487-98AD-86072F735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D4C31-6261-2372-DC63-BE1A08433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F9A51-650F-2D26-375A-BFBFB86C4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0621-595D-4719-938D-E8D9F992BBA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81117-72BE-4D43-FF37-B72730B23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24694-75A2-07E7-407E-430BAFF9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7857A-1DFD-4927-A1B9-83D8B94EE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10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EB79-F4FD-7368-F270-92D2DB716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3F938-0907-AF27-5718-2C21FC076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0A08C-0F16-BD94-4AF8-E98899AA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0621-595D-4719-938D-E8D9F992BBA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674C0-190C-1175-F342-AD3B606E1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484B6-C5F9-1B6E-E7AC-4180A214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7857A-1DFD-4927-A1B9-83D8B94EE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39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74E109-C00F-D5C1-14DB-E2D6BE33D6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8A71C-7C78-0A82-0969-DB5E96C96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2B5A9-0E32-6B23-33F8-3BD5D79B2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0621-595D-4719-938D-E8D9F992BBA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4B249-4CDB-C0E7-8B25-95DF030F8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49434-546E-D567-E4F6-BDB4F2CB5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7857A-1DFD-4927-A1B9-83D8B94EE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38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169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69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88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30"/>
          <p:cNvGrpSpPr/>
          <p:nvPr/>
        </p:nvGrpSpPr>
        <p:grpSpPr>
          <a:xfrm>
            <a:off x="-847972" y="510794"/>
            <a:ext cx="13944656" cy="7597209"/>
            <a:chOff x="-635979" y="383095"/>
            <a:chExt cx="10458492" cy="5697907"/>
          </a:xfrm>
        </p:grpSpPr>
        <p:sp>
          <p:nvSpPr>
            <p:cNvPr id="497" name="Google Shape;497;p30"/>
            <p:cNvSpPr/>
            <p:nvPr/>
          </p:nvSpPr>
          <p:spPr>
            <a:xfrm>
              <a:off x="4502807" y="4839916"/>
              <a:ext cx="1240320" cy="1241086"/>
            </a:xfrm>
            <a:custGeom>
              <a:avLst/>
              <a:gdLst/>
              <a:ahLst/>
              <a:cxnLst/>
              <a:rect l="l" t="t" r="r" b="b"/>
              <a:pathLst>
                <a:path w="19424" h="19436" extrusionOk="0">
                  <a:moveTo>
                    <a:pt x="9712" y="0"/>
                  </a:moveTo>
                  <a:cubicBezTo>
                    <a:pt x="4349" y="0"/>
                    <a:pt x="1" y="4348"/>
                    <a:pt x="1" y="9724"/>
                  </a:cubicBezTo>
                  <a:cubicBezTo>
                    <a:pt x="1" y="15087"/>
                    <a:pt x="4349" y="19435"/>
                    <a:pt x="9712" y="19435"/>
                  </a:cubicBezTo>
                  <a:cubicBezTo>
                    <a:pt x="15075" y="19435"/>
                    <a:pt x="19423" y="15087"/>
                    <a:pt x="19423" y="9724"/>
                  </a:cubicBezTo>
                  <a:cubicBezTo>
                    <a:pt x="19423" y="4348"/>
                    <a:pt x="15075" y="0"/>
                    <a:pt x="97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8" name="Google Shape;498;p30"/>
            <p:cNvSpPr/>
            <p:nvPr/>
          </p:nvSpPr>
          <p:spPr>
            <a:xfrm flipH="1">
              <a:off x="8767887" y="1882555"/>
              <a:ext cx="1054626" cy="1055278"/>
            </a:xfrm>
            <a:custGeom>
              <a:avLst/>
              <a:gdLst/>
              <a:ahLst/>
              <a:cxnLst/>
              <a:rect l="l" t="t" r="r" b="b"/>
              <a:pathLst>
                <a:path w="19424" h="19436" extrusionOk="0">
                  <a:moveTo>
                    <a:pt x="9712" y="0"/>
                  </a:moveTo>
                  <a:cubicBezTo>
                    <a:pt x="4349" y="0"/>
                    <a:pt x="1" y="4348"/>
                    <a:pt x="1" y="9724"/>
                  </a:cubicBezTo>
                  <a:cubicBezTo>
                    <a:pt x="1" y="15087"/>
                    <a:pt x="4349" y="19435"/>
                    <a:pt x="9712" y="19435"/>
                  </a:cubicBezTo>
                  <a:cubicBezTo>
                    <a:pt x="15075" y="19435"/>
                    <a:pt x="19423" y="15087"/>
                    <a:pt x="19423" y="9724"/>
                  </a:cubicBezTo>
                  <a:cubicBezTo>
                    <a:pt x="19423" y="4348"/>
                    <a:pt x="15075" y="0"/>
                    <a:pt x="97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499" name="Google Shape;499;p30"/>
            <p:cNvGrpSpPr/>
            <p:nvPr/>
          </p:nvGrpSpPr>
          <p:grpSpPr>
            <a:xfrm>
              <a:off x="-635979" y="383095"/>
              <a:ext cx="1247139" cy="1243918"/>
              <a:chOff x="-271300" y="347220"/>
              <a:chExt cx="1247139" cy="1243918"/>
            </a:xfrm>
          </p:grpSpPr>
          <p:sp>
            <p:nvSpPr>
              <p:cNvPr id="500" name="Google Shape;500;p30"/>
              <p:cNvSpPr/>
              <p:nvPr/>
            </p:nvSpPr>
            <p:spPr>
              <a:xfrm>
                <a:off x="-271300" y="347220"/>
                <a:ext cx="1247139" cy="1243918"/>
              </a:xfrm>
              <a:custGeom>
                <a:avLst/>
                <a:gdLst/>
                <a:ahLst/>
                <a:cxnLst/>
                <a:rect l="l" t="t" r="r" b="b"/>
                <a:pathLst>
                  <a:path w="14323" h="14286" extrusionOk="0">
                    <a:moveTo>
                      <a:pt x="7140" y="5159"/>
                    </a:moveTo>
                    <a:cubicBezTo>
                      <a:pt x="8159" y="5159"/>
                      <a:pt x="9135" y="5947"/>
                      <a:pt x="9135" y="7143"/>
                    </a:cubicBezTo>
                    <a:cubicBezTo>
                      <a:pt x="9135" y="8246"/>
                      <a:pt x="8258" y="9135"/>
                      <a:pt x="7155" y="9135"/>
                    </a:cubicBezTo>
                    <a:cubicBezTo>
                      <a:pt x="5388" y="9135"/>
                      <a:pt x="4511" y="6993"/>
                      <a:pt x="5752" y="5739"/>
                    </a:cubicBezTo>
                    <a:cubicBezTo>
                      <a:pt x="6157" y="5339"/>
                      <a:pt x="6653" y="5159"/>
                      <a:pt x="7140" y="5159"/>
                    </a:cubicBezTo>
                    <a:close/>
                    <a:moveTo>
                      <a:pt x="6579" y="0"/>
                    </a:moveTo>
                    <a:lnTo>
                      <a:pt x="6416" y="1116"/>
                    </a:lnTo>
                    <a:cubicBezTo>
                      <a:pt x="6065" y="1166"/>
                      <a:pt x="5714" y="1241"/>
                      <a:pt x="5363" y="1341"/>
                    </a:cubicBezTo>
                    <a:lnTo>
                      <a:pt x="4762" y="389"/>
                    </a:lnTo>
                    <a:lnTo>
                      <a:pt x="3697" y="865"/>
                    </a:lnTo>
                    <a:lnTo>
                      <a:pt x="4010" y="1955"/>
                    </a:lnTo>
                    <a:cubicBezTo>
                      <a:pt x="3759" y="2106"/>
                      <a:pt x="3521" y="2268"/>
                      <a:pt x="3308" y="2456"/>
                    </a:cubicBezTo>
                    <a:lnTo>
                      <a:pt x="2381" y="1805"/>
                    </a:lnTo>
                    <a:lnTo>
                      <a:pt x="1579" y="2657"/>
                    </a:lnTo>
                    <a:lnTo>
                      <a:pt x="2281" y="3547"/>
                    </a:lnTo>
                    <a:cubicBezTo>
                      <a:pt x="2105" y="3772"/>
                      <a:pt x="1942" y="4010"/>
                      <a:pt x="1804" y="4273"/>
                    </a:cubicBezTo>
                    <a:lnTo>
                      <a:pt x="714" y="4023"/>
                    </a:lnTo>
                    <a:lnTo>
                      <a:pt x="288" y="5100"/>
                    </a:lnTo>
                    <a:lnTo>
                      <a:pt x="1266" y="5664"/>
                    </a:lnTo>
                    <a:cubicBezTo>
                      <a:pt x="1190" y="5940"/>
                      <a:pt x="1140" y="6228"/>
                      <a:pt x="1115" y="6516"/>
                    </a:cubicBezTo>
                    <a:lnTo>
                      <a:pt x="0" y="6692"/>
                    </a:lnTo>
                    <a:lnTo>
                      <a:pt x="13" y="7857"/>
                    </a:lnTo>
                    <a:lnTo>
                      <a:pt x="1140" y="8008"/>
                    </a:lnTo>
                    <a:cubicBezTo>
                      <a:pt x="1178" y="8296"/>
                      <a:pt x="1241" y="8571"/>
                      <a:pt x="1316" y="8847"/>
                    </a:cubicBezTo>
                    <a:lnTo>
                      <a:pt x="351" y="9423"/>
                    </a:lnTo>
                    <a:lnTo>
                      <a:pt x="815" y="10501"/>
                    </a:lnTo>
                    <a:lnTo>
                      <a:pt x="1905" y="10213"/>
                    </a:lnTo>
                    <a:cubicBezTo>
                      <a:pt x="2055" y="10464"/>
                      <a:pt x="2218" y="10702"/>
                      <a:pt x="2393" y="10927"/>
                    </a:cubicBezTo>
                    <a:lnTo>
                      <a:pt x="1729" y="11829"/>
                    </a:lnTo>
                    <a:lnTo>
                      <a:pt x="2556" y="12656"/>
                    </a:lnTo>
                    <a:lnTo>
                      <a:pt x="3458" y="11967"/>
                    </a:lnTo>
                    <a:cubicBezTo>
                      <a:pt x="3684" y="12143"/>
                      <a:pt x="3935" y="12306"/>
                      <a:pt x="4185" y="12443"/>
                    </a:cubicBezTo>
                    <a:lnTo>
                      <a:pt x="3910" y="13534"/>
                    </a:lnTo>
                    <a:lnTo>
                      <a:pt x="4987" y="13972"/>
                    </a:lnTo>
                    <a:lnTo>
                      <a:pt x="5564" y="13007"/>
                    </a:lnTo>
                    <a:cubicBezTo>
                      <a:pt x="5839" y="13082"/>
                      <a:pt x="6128" y="13133"/>
                      <a:pt x="6416" y="13170"/>
                    </a:cubicBezTo>
                    <a:lnTo>
                      <a:pt x="6566" y="14285"/>
                    </a:lnTo>
                    <a:lnTo>
                      <a:pt x="7731" y="14285"/>
                    </a:lnTo>
                    <a:lnTo>
                      <a:pt x="7894" y="13170"/>
                    </a:lnTo>
                    <a:cubicBezTo>
                      <a:pt x="8258" y="13120"/>
                      <a:pt x="8609" y="13057"/>
                      <a:pt x="8947" y="12945"/>
                    </a:cubicBezTo>
                    <a:lnTo>
                      <a:pt x="9561" y="13897"/>
                    </a:lnTo>
                    <a:lnTo>
                      <a:pt x="10626" y="13421"/>
                    </a:lnTo>
                    <a:lnTo>
                      <a:pt x="10313" y="12331"/>
                    </a:lnTo>
                    <a:cubicBezTo>
                      <a:pt x="10551" y="12180"/>
                      <a:pt x="10789" y="12017"/>
                      <a:pt x="11014" y="11829"/>
                    </a:cubicBezTo>
                    <a:lnTo>
                      <a:pt x="11942" y="12481"/>
                    </a:lnTo>
                    <a:lnTo>
                      <a:pt x="12744" y="11641"/>
                    </a:lnTo>
                    <a:lnTo>
                      <a:pt x="12042" y="10752"/>
                    </a:lnTo>
                    <a:cubicBezTo>
                      <a:pt x="12217" y="10514"/>
                      <a:pt x="12368" y="10276"/>
                      <a:pt x="12506" y="10025"/>
                    </a:cubicBezTo>
                    <a:lnTo>
                      <a:pt x="13608" y="10276"/>
                    </a:lnTo>
                    <a:lnTo>
                      <a:pt x="14034" y="9185"/>
                    </a:lnTo>
                    <a:lnTo>
                      <a:pt x="13057" y="8647"/>
                    </a:lnTo>
                    <a:cubicBezTo>
                      <a:pt x="13132" y="8358"/>
                      <a:pt x="13182" y="8083"/>
                      <a:pt x="13207" y="7794"/>
                    </a:cubicBezTo>
                    <a:lnTo>
                      <a:pt x="14323" y="7607"/>
                    </a:lnTo>
                    <a:lnTo>
                      <a:pt x="14297" y="6441"/>
                    </a:lnTo>
                    <a:lnTo>
                      <a:pt x="13182" y="6291"/>
                    </a:lnTo>
                    <a:cubicBezTo>
                      <a:pt x="13145" y="6015"/>
                      <a:pt x="13082" y="5727"/>
                      <a:pt x="12994" y="5451"/>
                    </a:cubicBezTo>
                    <a:lnTo>
                      <a:pt x="13959" y="4862"/>
                    </a:lnTo>
                    <a:lnTo>
                      <a:pt x="13508" y="3785"/>
                    </a:lnTo>
                    <a:lnTo>
                      <a:pt x="12418" y="4085"/>
                    </a:lnTo>
                    <a:cubicBezTo>
                      <a:pt x="12268" y="3835"/>
                      <a:pt x="12105" y="3597"/>
                      <a:pt x="11929" y="3371"/>
                    </a:cubicBezTo>
                    <a:lnTo>
                      <a:pt x="12593" y="2456"/>
                    </a:lnTo>
                    <a:lnTo>
                      <a:pt x="11766" y="1642"/>
                    </a:lnTo>
                    <a:lnTo>
                      <a:pt x="10864" y="2319"/>
                    </a:lnTo>
                    <a:cubicBezTo>
                      <a:pt x="10626" y="2143"/>
                      <a:pt x="10388" y="1993"/>
                      <a:pt x="10137" y="1855"/>
                    </a:cubicBezTo>
                    <a:lnTo>
                      <a:pt x="10413" y="752"/>
                    </a:lnTo>
                    <a:lnTo>
                      <a:pt x="9335" y="314"/>
                    </a:lnTo>
                    <a:lnTo>
                      <a:pt x="8746" y="1279"/>
                    </a:lnTo>
                    <a:cubicBezTo>
                      <a:pt x="8471" y="1203"/>
                      <a:pt x="8195" y="1153"/>
                      <a:pt x="7907" y="1116"/>
                    </a:cubicBezTo>
                    <a:lnTo>
                      <a:pt x="774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1" name="Google Shape;501;p30"/>
              <p:cNvSpPr/>
              <p:nvPr/>
            </p:nvSpPr>
            <p:spPr>
              <a:xfrm>
                <a:off x="42857" y="660335"/>
                <a:ext cx="617692" cy="617692"/>
              </a:xfrm>
              <a:custGeom>
                <a:avLst/>
                <a:gdLst/>
                <a:ahLst/>
                <a:cxnLst/>
                <a:rect l="l" t="t" r="r" b="b"/>
                <a:pathLst>
                  <a:path w="7094" h="7094" fill="none" extrusionOk="0">
                    <a:moveTo>
                      <a:pt x="4286" y="414"/>
                    </a:moveTo>
                    <a:cubicBezTo>
                      <a:pt x="6016" y="815"/>
                      <a:pt x="7093" y="2557"/>
                      <a:pt x="6680" y="4286"/>
                    </a:cubicBezTo>
                    <a:cubicBezTo>
                      <a:pt x="6279" y="6015"/>
                      <a:pt x="4537" y="7093"/>
                      <a:pt x="2808" y="6680"/>
                    </a:cubicBezTo>
                    <a:cubicBezTo>
                      <a:pt x="1078" y="6279"/>
                      <a:pt x="1" y="4537"/>
                      <a:pt x="414" y="2808"/>
                    </a:cubicBezTo>
                    <a:cubicBezTo>
                      <a:pt x="815" y="1078"/>
                      <a:pt x="2557" y="1"/>
                      <a:pt x="4286" y="414"/>
                    </a:cubicBezTo>
                    <a:close/>
                  </a:path>
                </a:pathLst>
              </a:custGeom>
              <a:solidFill>
                <a:srgbClr val="FEC967"/>
              </a:solidFill>
              <a:ln w="19050" cap="flat" cmpd="sng">
                <a:solidFill>
                  <a:schemeClr val="accent4"/>
                </a:solidFill>
                <a:prstDash val="solid"/>
                <a:miter lim="1253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502" name="Google Shape;502;p30"/>
          <p:cNvGrpSpPr/>
          <p:nvPr/>
        </p:nvGrpSpPr>
        <p:grpSpPr>
          <a:xfrm>
            <a:off x="483227" y="513917"/>
            <a:ext cx="11077952" cy="6098216"/>
            <a:chOff x="362420" y="385438"/>
            <a:chExt cx="8308464" cy="4573662"/>
          </a:xfrm>
        </p:grpSpPr>
        <p:grpSp>
          <p:nvGrpSpPr>
            <p:cNvPr id="503" name="Google Shape;503;p30"/>
            <p:cNvGrpSpPr/>
            <p:nvPr/>
          </p:nvGrpSpPr>
          <p:grpSpPr>
            <a:xfrm>
              <a:off x="362420" y="4733141"/>
              <a:ext cx="1632636" cy="225959"/>
              <a:chOff x="-51950" y="4912075"/>
              <a:chExt cx="1632636" cy="225959"/>
            </a:xfrm>
          </p:grpSpPr>
          <p:sp>
            <p:nvSpPr>
              <p:cNvPr id="504" name="Google Shape;504;p30"/>
              <p:cNvSpPr/>
              <p:nvPr/>
            </p:nvSpPr>
            <p:spPr>
              <a:xfrm>
                <a:off x="-51950" y="4912075"/>
                <a:ext cx="1054618" cy="191586"/>
              </a:xfrm>
              <a:custGeom>
                <a:avLst/>
                <a:gdLst/>
                <a:ahLst/>
                <a:cxnLst/>
                <a:rect l="l" t="t" r="r" b="b"/>
                <a:pathLst>
                  <a:path w="15281" h="2776" extrusionOk="0">
                    <a:moveTo>
                      <a:pt x="909" y="0"/>
                    </a:moveTo>
                    <a:lnTo>
                      <a:pt x="1" y="2776"/>
                    </a:lnTo>
                    <a:lnTo>
                      <a:pt x="14372" y="2776"/>
                    </a:lnTo>
                    <a:lnTo>
                      <a:pt x="1528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5" name="Google Shape;505;p30"/>
              <p:cNvSpPr/>
              <p:nvPr/>
            </p:nvSpPr>
            <p:spPr>
              <a:xfrm>
                <a:off x="474237" y="5137966"/>
                <a:ext cx="1106448" cy="69"/>
              </a:xfrm>
              <a:custGeom>
                <a:avLst/>
                <a:gdLst/>
                <a:ahLst/>
                <a:cxnLst/>
                <a:rect l="l" t="t" r="r" b="b"/>
                <a:pathLst>
                  <a:path w="16032" h="1" fill="none" extrusionOk="0">
                    <a:moveTo>
                      <a:pt x="16031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 cmpd="sng">
                <a:solidFill>
                  <a:schemeClr val="accent4"/>
                </a:solidFill>
                <a:prstDash val="solid"/>
                <a:miter lim="1297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06" name="Google Shape;506;p30"/>
            <p:cNvGrpSpPr/>
            <p:nvPr/>
          </p:nvGrpSpPr>
          <p:grpSpPr>
            <a:xfrm>
              <a:off x="7447929" y="385438"/>
              <a:ext cx="1222955" cy="172000"/>
              <a:chOff x="7371729" y="538868"/>
              <a:chExt cx="1222955" cy="172000"/>
            </a:xfrm>
          </p:grpSpPr>
          <p:sp>
            <p:nvSpPr>
              <p:cNvPr id="507" name="Google Shape;507;p30"/>
              <p:cNvSpPr/>
              <p:nvPr/>
            </p:nvSpPr>
            <p:spPr>
              <a:xfrm>
                <a:off x="7371729" y="538868"/>
                <a:ext cx="444940" cy="69"/>
              </a:xfrm>
              <a:custGeom>
                <a:avLst/>
                <a:gdLst/>
                <a:ahLst/>
                <a:cxnLst/>
                <a:rect l="l" t="t" r="r" b="b"/>
                <a:pathLst>
                  <a:path w="6447" h="1" fill="none" extrusionOk="0">
                    <a:moveTo>
                      <a:pt x="0" y="1"/>
                    </a:moveTo>
                    <a:lnTo>
                      <a:pt x="6447" y="1"/>
                    </a:lnTo>
                  </a:path>
                </a:pathLst>
              </a:custGeom>
              <a:noFill/>
              <a:ln w="19050" cap="flat" cmpd="sng">
                <a:solidFill>
                  <a:schemeClr val="accent4"/>
                </a:solidFill>
                <a:prstDash val="solid"/>
                <a:miter lim="1297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8" name="Google Shape;508;p30"/>
              <p:cNvSpPr/>
              <p:nvPr/>
            </p:nvSpPr>
            <p:spPr>
              <a:xfrm>
                <a:off x="7508802" y="572907"/>
                <a:ext cx="1085882" cy="137961"/>
              </a:xfrm>
              <a:custGeom>
                <a:avLst/>
                <a:gdLst/>
                <a:ahLst/>
                <a:cxnLst/>
                <a:rect l="l" t="t" r="r" b="b"/>
                <a:pathLst>
                  <a:path w="15734" h="1999" extrusionOk="0">
                    <a:moveTo>
                      <a:pt x="662" y="1"/>
                    </a:moveTo>
                    <a:lnTo>
                      <a:pt x="1" y="1998"/>
                    </a:lnTo>
                    <a:lnTo>
                      <a:pt x="15072" y="1998"/>
                    </a:lnTo>
                    <a:lnTo>
                      <a:pt x="1573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509" name="Google Shape;509;p30"/>
          <p:cNvSpPr txBox="1">
            <a:spLocks noGrp="1"/>
          </p:cNvSpPr>
          <p:nvPr>
            <p:ph type="subTitle" idx="1"/>
          </p:nvPr>
        </p:nvSpPr>
        <p:spPr>
          <a:xfrm>
            <a:off x="1319267" y="2051405"/>
            <a:ext cx="4548000" cy="13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0" name="Google Shape;510;p30"/>
          <p:cNvSpPr txBox="1">
            <a:spLocks noGrp="1"/>
          </p:cNvSpPr>
          <p:nvPr>
            <p:ph type="title"/>
          </p:nvPr>
        </p:nvSpPr>
        <p:spPr>
          <a:xfrm>
            <a:off x="1319100" y="655533"/>
            <a:ext cx="4548000" cy="14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8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30"/>
          <p:cNvSpPr txBox="1"/>
          <p:nvPr/>
        </p:nvSpPr>
        <p:spPr>
          <a:xfrm>
            <a:off x="1319100" y="4792367"/>
            <a:ext cx="45480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infographics &amp; images by </a:t>
            </a:r>
            <a:r>
              <a:rPr lang="en" sz="1200" b="1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77087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53C4E-851E-D3E0-503F-26A8FDFB5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88883-A582-BCE6-599F-B916D8F0C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46A58-CB8A-63EC-851E-E1AF395F8F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80621-595D-4719-938D-E8D9F992BBA5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CC078-3B38-504E-2A7C-CDFFBFE057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B71E9-B1C1-49A5-93EA-C8469D73E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77857A-1DFD-4927-A1B9-83D8B94EE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7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5;p36">
            <a:extLst>
              <a:ext uri="{FF2B5EF4-FFF2-40B4-BE49-F238E27FC236}">
                <a16:creationId xmlns:a16="http://schemas.microsoft.com/office/drawing/2014/main" id="{D85274B2-E032-5113-1F66-8C65C931EF4F}"/>
              </a:ext>
            </a:extLst>
          </p:cNvPr>
          <p:cNvSpPr txBox="1">
            <a:spLocks/>
          </p:cNvSpPr>
          <p:nvPr/>
        </p:nvSpPr>
        <p:spPr>
          <a:xfrm>
            <a:off x="1099828" y="1568121"/>
            <a:ext cx="7807614" cy="204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Release Enhancement Proposal</a:t>
            </a:r>
          </a:p>
        </p:txBody>
      </p:sp>
      <p:sp>
        <p:nvSpPr>
          <p:cNvPr id="3" name="Google Shape;556;p36">
            <a:extLst>
              <a:ext uri="{FF2B5EF4-FFF2-40B4-BE49-F238E27FC236}">
                <a16:creationId xmlns:a16="http://schemas.microsoft.com/office/drawing/2014/main" id="{9323F7CE-5254-0497-5D08-211C74EF7054}"/>
              </a:ext>
            </a:extLst>
          </p:cNvPr>
          <p:cNvSpPr txBox="1">
            <a:spLocks/>
          </p:cNvSpPr>
          <p:nvPr/>
        </p:nvSpPr>
        <p:spPr>
          <a:xfrm>
            <a:off x="1108660" y="3531613"/>
            <a:ext cx="6951108" cy="9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/>
              <a:t>Prepared by Abdelrahman Ayman Abou Shmeila Date: 13 Sep 2025, Version v1.0</a:t>
            </a:r>
            <a:endParaRPr lang="en-US" dirty="0"/>
          </a:p>
        </p:txBody>
      </p:sp>
      <p:grpSp>
        <p:nvGrpSpPr>
          <p:cNvPr id="4" name="Google Shape;557;p36">
            <a:extLst>
              <a:ext uri="{FF2B5EF4-FFF2-40B4-BE49-F238E27FC236}">
                <a16:creationId xmlns:a16="http://schemas.microsoft.com/office/drawing/2014/main" id="{1B77E2F5-784D-D8D9-2F85-467BB8062D3F}"/>
              </a:ext>
            </a:extLst>
          </p:cNvPr>
          <p:cNvGrpSpPr/>
          <p:nvPr/>
        </p:nvGrpSpPr>
        <p:grpSpPr>
          <a:xfrm>
            <a:off x="4557702" y="5531037"/>
            <a:ext cx="1845751" cy="1846857"/>
            <a:chOff x="7544913" y="3985248"/>
            <a:chExt cx="1384313" cy="1385143"/>
          </a:xfrm>
        </p:grpSpPr>
        <p:sp>
          <p:nvSpPr>
            <p:cNvPr id="5" name="Google Shape;558;p36">
              <a:extLst>
                <a:ext uri="{FF2B5EF4-FFF2-40B4-BE49-F238E27FC236}">
                  <a16:creationId xmlns:a16="http://schemas.microsoft.com/office/drawing/2014/main" id="{D30DAA99-6DBD-5B7F-4B0B-F192FA411773}"/>
                </a:ext>
              </a:extLst>
            </p:cNvPr>
            <p:cNvSpPr/>
            <p:nvPr/>
          </p:nvSpPr>
          <p:spPr>
            <a:xfrm>
              <a:off x="7544913" y="3985248"/>
              <a:ext cx="1384313" cy="1385143"/>
            </a:xfrm>
            <a:custGeom>
              <a:avLst/>
              <a:gdLst/>
              <a:ahLst/>
              <a:cxnLst/>
              <a:rect l="l" t="t" r="r" b="b"/>
              <a:pathLst>
                <a:path w="21679" h="21692" fill="none" extrusionOk="0">
                  <a:moveTo>
                    <a:pt x="20037" y="10690"/>
                  </a:moveTo>
                  <a:lnTo>
                    <a:pt x="21679" y="10201"/>
                  </a:lnTo>
                  <a:lnTo>
                    <a:pt x="21428" y="8459"/>
                  </a:lnTo>
                  <a:lnTo>
                    <a:pt x="19724" y="8447"/>
                  </a:lnTo>
                  <a:cubicBezTo>
                    <a:pt x="19611" y="8020"/>
                    <a:pt x="19461" y="7607"/>
                    <a:pt x="19298" y="7219"/>
                  </a:cubicBezTo>
                  <a:lnTo>
                    <a:pt x="20626" y="6141"/>
                  </a:lnTo>
                  <a:lnTo>
                    <a:pt x="19736" y="4612"/>
                  </a:lnTo>
                  <a:lnTo>
                    <a:pt x="18158" y="5251"/>
                  </a:lnTo>
                  <a:cubicBezTo>
                    <a:pt x="17882" y="4913"/>
                    <a:pt x="17594" y="4587"/>
                    <a:pt x="17293" y="4286"/>
                  </a:cubicBezTo>
                  <a:lnTo>
                    <a:pt x="18120" y="2783"/>
                  </a:lnTo>
                  <a:lnTo>
                    <a:pt x="16717" y="1718"/>
                  </a:lnTo>
                  <a:lnTo>
                    <a:pt x="15489" y="2908"/>
                  </a:lnTo>
                  <a:cubicBezTo>
                    <a:pt x="15113" y="2682"/>
                    <a:pt x="14724" y="2494"/>
                    <a:pt x="14323" y="2332"/>
                  </a:cubicBezTo>
                  <a:lnTo>
                    <a:pt x="14524" y="627"/>
                  </a:lnTo>
                  <a:lnTo>
                    <a:pt x="12820" y="164"/>
                  </a:lnTo>
                  <a:lnTo>
                    <a:pt x="12143" y="1730"/>
                  </a:lnTo>
                  <a:cubicBezTo>
                    <a:pt x="11704" y="1680"/>
                    <a:pt x="11278" y="1642"/>
                    <a:pt x="10840" y="1642"/>
                  </a:cubicBezTo>
                  <a:lnTo>
                    <a:pt x="10389" y="1"/>
                  </a:lnTo>
                  <a:lnTo>
                    <a:pt x="8634" y="214"/>
                  </a:lnTo>
                  <a:lnTo>
                    <a:pt x="8597" y="1931"/>
                  </a:lnTo>
                  <a:cubicBezTo>
                    <a:pt x="8070" y="2056"/>
                    <a:pt x="7557" y="2231"/>
                    <a:pt x="7055" y="2457"/>
                  </a:cubicBezTo>
                  <a:lnTo>
                    <a:pt x="5965" y="1141"/>
                  </a:lnTo>
                  <a:lnTo>
                    <a:pt x="4462" y="2068"/>
                  </a:lnTo>
                  <a:lnTo>
                    <a:pt x="5126" y="3635"/>
                  </a:lnTo>
                  <a:cubicBezTo>
                    <a:pt x="4775" y="3898"/>
                    <a:pt x="4462" y="4199"/>
                    <a:pt x="4161" y="4512"/>
                  </a:cubicBezTo>
                  <a:lnTo>
                    <a:pt x="2657" y="3710"/>
                  </a:lnTo>
                  <a:lnTo>
                    <a:pt x="1617" y="5138"/>
                  </a:lnTo>
                  <a:lnTo>
                    <a:pt x="2820" y="6341"/>
                  </a:lnTo>
                  <a:cubicBezTo>
                    <a:pt x="2607" y="6717"/>
                    <a:pt x="2419" y="7106"/>
                    <a:pt x="2269" y="7519"/>
                  </a:cubicBezTo>
                  <a:lnTo>
                    <a:pt x="565" y="7344"/>
                  </a:lnTo>
                  <a:lnTo>
                    <a:pt x="139" y="9048"/>
                  </a:lnTo>
                  <a:lnTo>
                    <a:pt x="1717" y="9712"/>
                  </a:lnTo>
                  <a:cubicBezTo>
                    <a:pt x="1655" y="10138"/>
                    <a:pt x="1630" y="10577"/>
                    <a:pt x="1642" y="11015"/>
                  </a:cubicBezTo>
                  <a:lnTo>
                    <a:pt x="1" y="11491"/>
                  </a:lnTo>
                  <a:lnTo>
                    <a:pt x="251" y="13246"/>
                  </a:lnTo>
                  <a:lnTo>
                    <a:pt x="1968" y="13246"/>
                  </a:lnTo>
                  <a:cubicBezTo>
                    <a:pt x="2081" y="13672"/>
                    <a:pt x="2219" y="14085"/>
                    <a:pt x="2394" y="14486"/>
                  </a:cubicBezTo>
                  <a:lnTo>
                    <a:pt x="1066" y="15551"/>
                  </a:lnTo>
                  <a:lnTo>
                    <a:pt x="1955" y="17080"/>
                  </a:lnTo>
                  <a:lnTo>
                    <a:pt x="3534" y="16441"/>
                  </a:lnTo>
                  <a:cubicBezTo>
                    <a:pt x="3797" y="16779"/>
                    <a:pt x="4086" y="17105"/>
                    <a:pt x="4399" y="17418"/>
                  </a:cubicBezTo>
                  <a:lnTo>
                    <a:pt x="3572" y="18910"/>
                  </a:lnTo>
                  <a:lnTo>
                    <a:pt x="4975" y="19987"/>
                  </a:lnTo>
                  <a:lnTo>
                    <a:pt x="6203" y="18784"/>
                  </a:lnTo>
                  <a:cubicBezTo>
                    <a:pt x="6579" y="19010"/>
                    <a:pt x="6968" y="19198"/>
                    <a:pt x="7369" y="19361"/>
                  </a:cubicBezTo>
                  <a:lnTo>
                    <a:pt x="7168" y="21065"/>
                  </a:lnTo>
                  <a:lnTo>
                    <a:pt x="8860" y="21529"/>
                  </a:lnTo>
                  <a:lnTo>
                    <a:pt x="9549" y="19962"/>
                  </a:lnTo>
                  <a:cubicBezTo>
                    <a:pt x="9975" y="20012"/>
                    <a:pt x="10414" y="20050"/>
                    <a:pt x="10852" y="20050"/>
                  </a:cubicBezTo>
                  <a:lnTo>
                    <a:pt x="11303" y="21691"/>
                  </a:lnTo>
                  <a:lnTo>
                    <a:pt x="13058" y="21478"/>
                  </a:lnTo>
                  <a:lnTo>
                    <a:pt x="13095" y="19762"/>
                  </a:lnTo>
                  <a:cubicBezTo>
                    <a:pt x="13621" y="19636"/>
                    <a:pt x="14135" y="19448"/>
                    <a:pt x="14624" y="19235"/>
                  </a:cubicBezTo>
                  <a:lnTo>
                    <a:pt x="15727" y="20551"/>
                  </a:lnTo>
                  <a:lnTo>
                    <a:pt x="17230" y="19624"/>
                  </a:lnTo>
                  <a:lnTo>
                    <a:pt x="16566" y="18058"/>
                  </a:lnTo>
                  <a:cubicBezTo>
                    <a:pt x="16904" y="17794"/>
                    <a:pt x="17230" y="17494"/>
                    <a:pt x="17531" y="17180"/>
                  </a:cubicBezTo>
                  <a:lnTo>
                    <a:pt x="19035" y="17982"/>
                  </a:lnTo>
                  <a:lnTo>
                    <a:pt x="20075" y="16566"/>
                  </a:lnTo>
                  <a:lnTo>
                    <a:pt x="18872" y="15363"/>
                  </a:lnTo>
                  <a:cubicBezTo>
                    <a:pt x="19085" y="14975"/>
                    <a:pt x="19260" y="14574"/>
                    <a:pt x="19423" y="14173"/>
                  </a:cubicBezTo>
                  <a:lnTo>
                    <a:pt x="21115" y="14348"/>
                  </a:lnTo>
                  <a:lnTo>
                    <a:pt x="21553" y="12632"/>
                  </a:lnTo>
                  <a:lnTo>
                    <a:pt x="19974" y="11980"/>
                  </a:lnTo>
                  <a:cubicBezTo>
                    <a:pt x="20025" y="11554"/>
                    <a:pt x="20050" y="11116"/>
                    <a:pt x="20037" y="10690"/>
                  </a:cubicBezTo>
                  <a:close/>
                  <a:moveTo>
                    <a:pt x="11679" y="17619"/>
                  </a:moveTo>
                  <a:cubicBezTo>
                    <a:pt x="8948" y="17957"/>
                    <a:pt x="6279" y="16617"/>
                    <a:pt x="4913" y="14223"/>
                  </a:cubicBezTo>
                  <a:cubicBezTo>
                    <a:pt x="3559" y="11817"/>
                    <a:pt x="3772" y="8835"/>
                    <a:pt x="5464" y="6667"/>
                  </a:cubicBezTo>
                  <a:cubicBezTo>
                    <a:pt x="7156" y="4487"/>
                    <a:pt x="10000" y="3547"/>
                    <a:pt x="12657" y="4286"/>
                  </a:cubicBezTo>
                  <a:cubicBezTo>
                    <a:pt x="15313" y="5013"/>
                    <a:pt x="17268" y="7281"/>
                    <a:pt x="17606" y="10013"/>
                  </a:cubicBezTo>
                  <a:cubicBezTo>
                    <a:pt x="18070" y="13747"/>
                    <a:pt x="15413" y="17155"/>
                    <a:pt x="11679" y="1761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Google Shape;559;p36">
              <a:extLst>
                <a:ext uri="{FF2B5EF4-FFF2-40B4-BE49-F238E27FC236}">
                  <a16:creationId xmlns:a16="http://schemas.microsoft.com/office/drawing/2014/main" id="{CD94E959-2C90-89E6-2276-AA1B824BB96A}"/>
                </a:ext>
              </a:extLst>
            </p:cNvPr>
            <p:cNvSpPr/>
            <p:nvPr/>
          </p:nvSpPr>
          <p:spPr>
            <a:xfrm>
              <a:off x="7997840" y="4438941"/>
              <a:ext cx="478529" cy="478593"/>
            </a:xfrm>
            <a:custGeom>
              <a:avLst/>
              <a:gdLst/>
              <a:ahLst/>
              <a:cxnLst/>
              <a:rect l="l" t="t" r="r" b="b"/>
              <a:pathLst>
                <a:path w="7494" h="7495" fill="none" extrusionOk="0">
                  <a:moveTo>
                    <a:pt x="7117" y="3058"/>
                  </a:moveTo>
                  <a:cubicBezTo>
                    <a:pt x="7493" y="4913"/>
                    <a:pt x="6303" y="6730"/>
                    <a:pt x="4448" y="7106"/>
                  </a:cubicBezTo>
                  <a:cubicBezTo>
                    <a:pt x="2581" y="7494"/>
                    <a:pt x="764" y="6291"/>
                    <a:pt x="388" y="4437"/>
                  </a:cubicBezTo>
                  <a:cubicBezTo>
                    <a:pt x="0" y="2582"/>
                    <a:pt x="1203" y="765"/>
                    <a:pt x="3057" y="377"/>
                  </a:cubicBezTo>
                  <a:cubicBezTo>
                    <a:pt x="4912" y="1"/>
                    <a:pt x="6729" y="1191"/>
                    <a:pt x="7117" y="3058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" name="Google Shape;560;p36">
            <a:extLst>
              <a:ext uri="{FF2B5EF4-FFF2-40B4-BE49-F238E27FC236}">
                <a16:creationId xmlns:a16="http://schemas.microsoft.com/office/drawing/2014/main" id="{DD026B22-0272-B349-7725-C65EDDFD94DC}"/>
              </a:ext>
            </a:extLst>
          </p:cNvPr>
          <p:cNvGrpSpPr/>
          <p:nvPr/>
        </p:nvGrpSpPr>
        <p:grpSpPr>
          <a:xfrm flipH="1">
            <a:off x="7879149" y="1294210"/>
            <a:ext cx="3829624" cy="7185181"/>
            <a:chOff x="1053963" y="757131"/>
            <a:chExt cx="2401118" cy="4505004"/>
          </a:xfrm>
        </p:grpSpPr>
        <p:sp>
          <p:nvSpPr>
            <p:cNvPr id="8" name="Google Shape;561;p36">
              <a:extLst>
                <a:ext uri="{FF2B5EF4-FFF2-40B4-BE49-F238E27FC236}">
                  <a16:creationId xmlns:a16="http://schemas.microsoft.com/office/drawing/2014/main" id="{2CB1103D-E7E3-8E15-E935-3D356E92940B}"/>
                </a:ext>
              </a:extLst>
            </p:cNvPr>
            <p:cNvSpPr/>
            <p:nvPr/>
          </p:nvSpPr>
          <p:spPr>
            <a:xfrm>
              <a:off x="1714692" y="1256390"/>
              <a:ext cx="484227" cy="600643"/>
            </a:xfrm>
            <a:custGeom>
              <a:avLst/>
              <a:gdLst/>
              <a:ahLst/>
              <a:cxnLst/>
              <a:rect l="l" t="t" r="r" b="b"/>
              <a:pathLst>
                <a:path w="7695" h="9545" extrusionOk="0">
                  <a:moveTo>
                    <a:pt x="678" y="1"/>
                  </a:moveTo>
                  <a:lnTo>
                    <a:pt x="1" y="6479"/>
                  </a:lnTo>
                  <a:cubicBezTo>
                    <a:pt x="1" y="6479"/>
                    <a:pt x="2309" y="9544"/>
                    <a:pt x="4394" y="9544"/>
                  </a:cubicBezTo>
                  <a:cubicBezTo>
                    <a:pt x="4455" y="9544"/>
                    <a:pt x="4515" y="9542"/>
                    <a:pt x="4575" y="9537"/>
                  </a:cubicBezTo>
                  <a:cubicBezTo>
                    <a:pt x="5840" y="9436"/>
                    <a:pt x="6981" y="8772"/>
                    <a:pt x="7695" y="7732"/>
                  </a:cubicBezTo>
                  <a:lnTo>
                    <a:pt x="7507" y="4662"/>
                  </a:lnTo>
                  <a:lnTo>
                    <a:pt x="678" y="1"/>
                  </a:lnTo>
                  <a:close/>
                </a:path>
              </a:pathLst>
            </a:custGeom>
            <a:solidFill>
              <a:srgbClr val="F495B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Google Shape;562;p36">
              <a:extLst>
                <a:ext uri="{FF2B5EF4-FFF2-40B4-BE49-F238E27FC236}">
                  <a16:creationId xmlns:a16="http://schemas.microsoft.com/office/drawing/2014/main" id="{E520D737-5969-B37D-9001-DE6384C102A6}"/>
                </a:ext>
              </a:extLst>
            </p:cNvPr>
            <p:cNvSpPr/>
            <p:nvPr/>
          </p:nvSpPr>
          <p:spPr>
            <a:xfrm>
              <a:off x="1809333" y="936157"/>
              <a:ext cx="522047" cy="691133"/>
            </a:xfrm>
            <a:custGeom>
              <a:avLst/>
              <a:gdLst/>
              <a:ahLst/>
              <a:cxnLst/>
              <a:rect l="l" t="t" r="r" b="b"/>
              <a:pathLst>
                <a:path w="8296" h="10983" extrusionOk="0">
                  <a:moveTo>
                    <a:pt x="4455" y="1"/>
                  </a:moveTo>
                  <a:cubicBezTo>
                    <a:pt x="3640" y="1"/>
                    <a:pt x="2816" y="140"/>
                    <a:pt x="2131" y="541"/>
                  </a:cubicBezTo>
                  <a:cubicBezTo>
                    <a:pt x="1229" y="1093"/>
                    <a:pt x="602" y="1995"/>
                    <a:pt x="377" y="3022"/>
                  </a:cubicBezTo>
                  <a:cubicBezTo>
                    <a:pt x="301" y="3373"/>
                    <a:pt x="251" y="3737"/>
                    <a:pt x="226" y="4100"/>
                  </a:cubicBezTo>
                  <a:cubicBezTo>
                    <a:pt x="1" y="6882"/>
                    <a:pt x="1153" y="10365"/>
                    <a:pt x="4173" y="10917"/>
                  </a:cubicBezTo>
                  <a:cubicBezTo>
                    <a:pt x="4422" y="10960"/>
                    <a:pt x="4667" y="10983"/>
                    <a:pt x="4906" y="10983"/>
                  </a:cubicBezTo>
                  <a:cubicBezTo>
                    <a:pt x="6097" y="10983"/>
                    <a:pt x="7131" y="10428"/>
                    <a:pt x="7694" y="9237"/>
                  </a:cubicBezTo>
                  <a:cubicBezTo>
                    <a:pt x="8296" y="7984"/>
                    <a:pt x="8221" y="6518"/>
                    <a:pt x="8133" y="5165"/>
                  </a:cubicBezTo>
                  <a:cubicBezTo>
                    <a:pt x="8058" y="4037"/>
                    <a:pt x="8095" y="2847"/>
                    <a:pt x="7895" y="1744"/>
                  </a:cubicBezTo>
                  <a:cubicBezTo>
                    <a:pt x="7720" y="704"/>
                    <a:pt x="6554" y="215"/>
                    <a:pt x="5652" y="90"/>
                  </a:cubicBezTo>
                  <a:cubicBezTo>
                    <a:pt x="5268" y="36"/>
                    <a:pt x="4863" y="1"/>
                    <a:pt x="4455" y="1"/>
                  </a:cubicBezTo>
                  <a:close/>
                </a:path>
              </a:pathLst>
            </a:custGeom>
            <a:solidFill>
              <a:srgbClr val="F495B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Google Shape;563;p36">
              <a:extLst>
                <a:ext uri="{FF2B5EF4-FFF2-40B4-BE49-F238E27FC236}">
                  <a16:creationId xmlns:a16="http://schemas.microsoft.com/office/drawing/2014/main" id="{D88B7E79-3333-1568-B356-B4B7924DEECC}"/>
                </a:ext>
              </a:extLst>
            </p:cNvPr>
            <p:cNvSpPr/>
            <p:nvPr/>
          </p:nvSpPr>
          <p:spPr>
            <a:xfrm>
              <a:off x="2126294" y="1225682"/>
              <a:ext cx="75765" cy="176637"/>
            </a:xfrm>
            <a:custGeom>
              <a:avLst/>
              <a:gdLst/>
              <a:ahLst/>
              <a:cxnLst/>
              <a:rect l="l" t="t" r="r" b="b"/>
              <a:pathLst>
                <a:path w="1204" h="2807" fill="none" extrusionOk="0">
                  <a:moveTo>
                    <a:pt x="678" y="0"/>
                  </a:moveTo>
                  <a:cubicBezTo>
                    <a:pt x="577" y="301"/>
                    <a:pt x="640" y="589"/>
                    <a:pt x="753" y="890"/>
                  </a:cubicBezTo>
                  <a:lnTo>
                    <a:pt x="1104" y="1930"/>
                  </a:lnTo>
                  <a:cubicBezTo>
                    <a:pt x="1204" y="2155"/>
                    <a:pt x="1154" y="2444"/>
                    <a:pt x="953" y="2619"/>
                  </a:cubicBezTo>
                  <a:cubicBezTo>
                    <a:pt x="703" y="2807"/>
                    <a:pt x="314" y="2732"/>
                    <a:pt x="1" y="2732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Google Shape;564;p36">
              <a:extLst>
                <a:ext uri="{FF2B5EF4-FFF2-40B4-BE49-F238E27FC236}">
                  <a16:creationId xmlns:a16="http://schemas.microsoft.com/office/drawing/2014/main" id="{C8CF7E12-636A-E8AE-52DA-664D2B6E38C1}"/>
                </a:ext>
              </a:extLst>
            </p:cNvPr>
            <p:cNvSpPr/>
            <p:nvPr/>
          </p:nvSpPr>
          <p:spPr>
            <a:xfrm>
              <a:off x="2011202" y="1225682"/>
              <a:ext cx="31590" cy="48140"/>
            </a:xfrm>
            <a:custGeom>
              <a:avLst/>
              <a:gdLst/>
              <a:ahLst/>
              <a:cxnLst/>
              <a:rect l="l" t="t" r="r" b="b"/>
              <a:pathLst>
                <a:path w="502" h="765" extrusionOk="0">
                  <a:moveTo>
                    <a:pt x="264" y="0"/>
                  </a:moveTo>
                  <a:cubicBezTo>
                    <a:pt x="126" y="0"/>
                    <a:pt x="13" y="163"/>
                    <a:pt x="1" y="376"/>
                  </a:cubicBezTo>
                  <a:cubicBezTo>
                    <a:pt x="1" y="577"/>
                    <a:pt x="101" y="752"/>
                    <a:pt x="239" y="764"/>
                  </a:cubicBezTo>
                  <a:cubicBezTo>
                    <a:pt x="376" y="764"/>
                    <a:pt x="489" y="602"/>
                    <a:pt x="502" y="389"/>
                  </a:cubicBezTo>
                  <a:cubicBezTo>
                    <a:pt x="502" y="188"/>
                    <a:pt x="401" y="13"/>
                    <a:pt x="2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Google Shape;565;p36">
              <a:extLst>
                <a:ext uri="{FF2B5EF4-FFF2-40B4-BE49-F238E27FC236}">
                  <a16:creationId xmlns:a16="http://schemas.microsoft.com/office/drawing/2014/main" id="{AA5FFD7F-8BEC-2841-4970-A3BD8F69F603}"/>
                </a:ext>
              </a:extLst>
            </p:cNvPr>
            <p:cNvSpPr/>
            <p:nvPr/>
          </p:nvSpPr>
          <p:spPr>
            <a:xfrm>
              <a:off x="2227229" y="1225619"/>
              <a:ext cx="32408" cy="47384"/>
            </a:xfrm>
            <a:custGeom>
              <a:avLst/>
              <a:gdLst/>
              <a:ahLst/>
              <a:cxnLst/>
              <a:rect l="l" t="t" r="r" b="b"/>
              <a:pathLst>
                <a:path w="515" h="753" extrusionOk="0">
                  <a:moveTo>
                    <a:pt x="262" y="0"/>
                  </a:moveTo>
                  <a:cubicBezTo>
                    <a:pt x="130" y="0"/>
                    <a:pt x="13" y="159"/>
                    <a:pt x="13" y="365"/>
                  </a:cubicBezTo>
                  <a:cubicBezTo>
                    <a:pt x="1" y="578"/>
                    <a:pt x="114" y="740"/>
                    <a:pt x="239" y="753"/>
                  </a:cubicBezTo>
                  <a:cubicBezTo>
                    <a:pt x="377" y="753"/>
                    <a:pt x="502" y="590"/>
                    <a:pt x="502" y="377"/>
                  </a:cubicBezTo>
                  <a:cubicBezTo>
                    <a:pt x="515" y="177"/>
                    <a:pt x="402" y="1"/>
                    <a:pt x="277" y="1"/>
                  </a:cubicBezTo>
                  <a:cubicBezTo>
                    <a:pt x="272" y="1"/>
                    <a:pt x="267" y="0"/>
                    <a:pt x="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Google Shape;566;p36">
              <a:extLst>
                <a:ext uri="{FF2B5EF4-FFF2-40B4-BE49-F238E27FC236}">
                  <a16:creationId xmlns:a16="http://schemas.microsoft.com/office/drawing/2014/main" id="{17358823-8B82-39B0-851E-E4209D54C2D0}"/>
                </a:ext>
              </a:extLst>
            </p:cNvPr>
            <p:cNvSpPr/>
            <p:nvPr/>
          </p:nvSpPr>
          <p:spPr>
            <a:xfrm>
              <a:off x="1621686" y="757131"/>
              <a:ext cx="825609" cy="677540"/>
            </a:xfrm>
            <a:custGeom>
              <a:avLst/>
              <a:gdLst/>
              <a:ahLst/>
              <a:cxnLst/>
              <a:rect l="l" t="t" r="r" b="b"/>
              <a:pathLst>
                <a:path w="13120" h="10767" extrusionOk="0">
                  <a:moveTo>
                    <a:pt x="8728" y="0"/>
                  </a:moveTo>
                  <a:cubicBezTo>
                    <a:pt x="7785" y="0"/>
                    <a:pt x="6875" y="376"/>
                    <a:pt x="5952" y="592"/>
                  </a:cubicBezTo>
                  <a:cubicBezTo>
                    <a:pt x="5113" y="780"/>
                    <a:pt x="4248" y="830"/>
                    <a:pt x="3446" y="1131"/>
                  </a:cubicBezTo>
                  <a:cubicBezTo>
                    <a:pt x="2293" y="1582"/>
                    <a:pt x="1567" y="2196"/>
                    <a:pt x="1065" y="3324"/>
                  </a:cubicBezTo>
                  <a:cubicBezTo>
                    <a:pt x="702" y="4151"/>
                    <a:pt x="0" y="5003"/>
                    <a:pt x="589" y="6857"/>
                  </a:cubicBezTo>
                  <a:cubicBezTo>
                    <a:pt x="1705" y="10266"/>
                    <a:pt x="426" y="9940"/>
                    <a:pt x="1855" y="10767"/>
                  </a:cubicBezTo>
                  <a:lnTo>
                    <a:pt x="3233" y="8536"/>
                  </a:lnTo>
                  <a:cubicBezTo>
                    <a:pt x="4110" y="8298"/>
                    <a:pt x="4800" y="7634"/>
                    <a:pt x="5088" y="6769"/>
                  </a:cubicBezTo>
                  <a:cubicBezTo>
                    <a:pt x="5351" y="5905"/>
                    <a:pt x="5176" y="4953"/>
                    <a:pt x="4612" y="4226"/>
                  </a:cubicBezTo>
                  <a:lnTo>
                    <a:pt x="4612" y="4226"/>
                  </a:lnTo>
                  <a:cubicBezTo>
                    <a:pt x="5639" y="4727"/>
                    <a:pt x="6817" y="4765"/>
                    <a:pt x="7945" y="4790"/>
                  </a:cubicBezTo>
                  <a:cubicBezTo>
                    <a:pt x="8093" y="4792"/>
                    <a:pt x="8244" y="4795"/>
                    <a:pt x="8395" y="4795"/>
                  </a:cubicBezTo>
                  <a:cubicBezTo>
                    <a:pt x="8919" y="4795"/>
                    <a:pt x="9451" y="4761"/>
                    <a:pt x="9937" y="4577"/>
                  </a:cubicBezTo>
                  <a:cubicBezTo>
                    <a:pt x="10204" y="4468"/>
                    <a:pt x="10400" y="4302"/>
                    <a:pt x="10545" y="4302"/>
                  </a:cubicBezTo>
                  <a:cubicBezTo>
                    <a:pt x="10652" y="4302"/>
                    <a:pt x="10731" y="4393"/>
                    <a:pt x="10789" y="4664"/>
                  </a:cubicBezTo>
                  <a:cubicBezTo>
                    <a:pt x="10927" y="5353"/>
                    <a:pt x="11015" y="6043"/>
                    <a:pt x="11040" y="6744"/>
                  </a:cubicBezTo>
                  <a:cubicBezTo>
                    <a:pt x="12857" y="5404"/>
                    <a:pt x="13120" y="3762"/>
                    <a:pt x="12932" y="3524"/>
                  </a:cubicBezTo>
                  <a:cubicBezTo>
                    <a:pt x="12797" y="3344"/>
                    <a:pt x="12570" y="3245"/>
                    <a:pt x="12344" y="3245"/>
                  </a:cubicBezTo>
                  <a:cubicBezTo>
                    <a:pt x="12319" y="3245"/>
                    <a:pt x="12293" y="3246"/>
                    <a:pt x="12268" y="3248"/>
                  </a:cubicBezTo>
                  <a:cubicBezTo>
                    <a:pt x="12518" y="2910"/>
                    <a:pt x="12819" y="2020"/>
                    <a:pt x="12356" y="1431"/>
                  </a:cubicBezTo>
                  <a:cubicBezTo>
                    <a:pt x="12255" y="1294"/>
                    <a:pt x="12117" y="1181"/>
                    <a:pt x="11967" y="1106"/>
                  </a:cubicBezTo>
                  <a:cubicBezTo>
                    <a:pt x="11869" y="1064"/>
                    <a:pt x="11736" y="1047"/>
                    <a:pt x="11583" y="1047"/>
                  </a:cubicBezTo>
                  <a:cubicBezTo>
                    <a:pt x="11049" y="1047"/>
                    <a:pt x="10272" y="1246"/>
                    <a:pt x="9912" y="1256"/>
                  </a:cubicBezTo>
                  <a:cubicBezTo>
                    <a:pt x="9925" y="943"/>
                    <a:pt x="9925" y="604"/>
                    <a:pt x="9737" y="354"/>
                  </a:cubicBezTo>
                  <a:cubicBezTo>
                    <a:pt x="9549" y="103"/>
                    <a:pt x="9185" y="15"/>
                    <a:pt x="8860" y="3"/>
                  </a:cubicBezTo>
                  <a:cubicBezTo>
                    <a:pt x="8816" y="1"/>
                    <a:pt x="8772" y="0"/>
                    <a:pt x="87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Google Shape;567;p36">
              <a:extLst>
                <a:ext uri="{FF2B5EF4-FFF2-40B4-BE49-F238E27FC236}">
                  <a16:creationId xmlns:a16="http://schemas.microsoft.com/office/drawing/2014/main" id="{9389B0B6-BC64-8FEF-99BD-F591CF2D9764}"/>
                </a:ext>
              </a:extLst>
            </p:cNvPr>
            <p:cNvSpPr/>
            <p:nvPr/>
          </p:nvSpPr>
          <p:spPr>
            <a:xfrm>
              <a:off x="1751755" y="1232918"/>
              <a:ext cx="170408" cy="223267"/>
            </a:xfrm>
            <a:custGeom>
              <a:avLst/>
              <a:gdLst/>
              <a:ahLst/>
              <a:cxnLst/>
              <a:rect l="l" t="t" r="r" b="b"/>
              <a:pathLst>
                <a:path w="2708" h="3548" extrusionOk="0">
                  <a:moveTo>
                    <a:pt x="1484" y="1"/>
                  </a:moveTo>
                  <a:cubicBezTo>
                    <a:pt x="1344" y="1"/>
                    <a:pt x="1202" y="24"/>
                    <a:pt x="1066" y="73"/>
                  </a:cubicBezTo>
                  <a:cubicBezTo>
                    <a:pt x="164" y="424"/>
                    <a:pt x="1" y="1690"/>
                    <a:pt x="402" y="2542"/>
                  </a:cubicBezTo>
                  <a:cubicBezTo>
                    <a:pt x="641" y="3044"/>
                    <a:pt x="1238" y="3547"/>
                    <a:pt x="1832" y="3547"/>
                  </a:cubicBezTo>
                  <a:cubicBezTo>
                    <a:pt x="2142" y="3547"/>
                    <a:pt x="2450" y="3411"/>
                    <a:pt x="2708" y="3068"/>
                  </a:cubicBezTo>
                  <a:lnTo>
                    <a:pt x="2507" y="537"/>
                  </a:lnTo>
                  <a:cubicBezTo>
                    <a:pt x="2275" y="193"/>
                    <a:pt x="1884" y="1"/>
                    <a:pt x="1484" y="1"/>
                  </a:cubicBezTo>
                  <a:close/>
                </a:path>
              </a:pathLst>
            </a:custGeom>
            <a:solidFill>
              <a:srgbClr val="F495B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Google Shape;568;p36">
              <a:extLst>
                <a:ext uri="{FF2B5EF4-FFF2-40B4-BE49-F238E27FC236}">
                  <a16:creationId xmlns:a16="http://schemas.microsoft.com/office/drawing/2014/main" id="{C1A0D51A-437A-78D9-A563-2A597E00E7BD}"/>
                </a:ext>
              </a:extLst>
            </p:cNvPr>
            <p:cNvSpPr/>
            <p:nvPr/>
          </p:nvSpPr>
          <p:spPr>
            <a:xfrm>
              <a:off x="1776989" y="1392814"/>
              <a:ext cx="145174" cy="96279"/>
            </a:xfrm>
            <a:custGeom>
              <a:avLst/>
              <a:gdLst/>
              <a:ahLst/>
              <a:cxnLst/>
              <a:rect l="l" t="t" r="r" b="b"/>
              <a:pathLst>
                <a:path w="2307" h="1530" fill="none" extrusionOk="0">
                  <a:moveTo>
                    <a:pt x="1" y="1"/>
                  </a:moveTo>
                  <a:cubicBezTo>
                    <a:pt x="364" y="765"/>
                    <a:pt x="1555" y="1529"/>
                    <a:pt x="2307" y="52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" name="Google Shape;569;p36">
              <a:extLst>
                <a:ext uri="{FF2B5EF4-FFF2-40B4-BE49-F238E27FC236}">
                  <a16:creationId xmlns:a16="http://schemas.microsoft.com/office/drawing/2014/main" id="{D4913F93-7E34-BCFD-8676-2D9405DB0779}"/>
                </a:ext>
              </a:extLst>
            </p:cNvPr>
            <p:cNvSpPr/>
            <p:nvPr/>
          </p:nvSpPr>
          <p:spPr>
            <a:xfrm>
              <a:off x="1818835" y="1225682"/>
              <a:ext cx="90741" cy="41029"/>
            </a:xfrm>
            <a:custGeom>
              <a:avLst/>
              <a:gdLst/>
              <a:ahLst/>
              <a:cxnLst/>
              <a:rect l="l" t="t" r="r" b="b"/>
              <a:pathLst>
                <a:path w="1442" h="652" fill="none" extrusionOk="0">
                  <a:moveTo>
                    <a:pt x="1441" y="652"/>
                  </a:moveTo>
                  <a:cubicBezTo>
                    <a:pt x="1128" y="188"/>
                    <a:pt x="526" y="0"/>
                    <a:pt x="0" y="18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" name="Google Shape;570;p36">
              <a:extLst>
                <a:ext uri="{FF2B5EF4-FFF2-40B4-BE49-F238E27FC236}">
                  <a16:creationId xmlns:a16="http://schemas.microsoft.com/office/drawing/2014/main" id="{3F72DB63-0CE7-5F45-FAF9-2429CA8B6A44}"/>
                </a:ext>
              </a:extLst>
            </p:cNvPr>
            <p:cNvSpPr/>
            <p:nvPr/>
          </p:nvSpPr>
          <p:spPr>
            <a:xfrm>
              <a:off x="1808578" y="1323406"/>
              <a:ext cx="98607" cy="43483"/>
            </a:xfrm>
            <a:custGeom>
              <a:avLst/>
              <a:gdLst/>
              <a:ahLst/>
              <a:cxnLst/>
              <a:rect l="l" t="t" r="r" b="b"/>
              <a:pathLst>
                <a:path w="1567" h="691" fill="none" extrusionOk="0">
                  <a:moveTo>
                    <a:pt x="0" y="1"/>
                  </a:moveTo>
                  <a:lnTo>
                    <a:pt x="1566" y="69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571;p36">
              <a:extLst>
                <a:ext uri="{FF2B5EF4-FFF2-40B4-BE49-F238E27FC236}">
                  <a16:creationId xmlns:a16="http://schemas.microsoft.com/office/drawing/2014/main" id="{32D96A1F-9721-6759-E72F-CAD706794D84}"/>
                </a:ext>
              </a:extLst>
            </p:cNvPr>
            <p:cNvSpPr/>
            <p:nvPr/>
          </p:nvSpPr>
          <p:spPr>
            <a:xfrm>
              <a:off x="1927635" y="1528421"/>
              <a:ext cx="263415" cy="93951"/>
            </a:xfrm>
            <a:custGeom>
              <a:avLst/>
              <a:gdLst/>
              <a:ahLst/>
              <a:cxnLst/>
              <a:rect l="l" t="t" r="r" b="b"/>
              <a:pathLst>
                <a:path w="4186" h="1493" fill="none" extrusionOk="0">
                  <a:moveTo>
                    <a:pt x="0" y="1"/>
                  </a:moveTo>
                  <a:cubicBezTo>
                    <a:pt x="426" y="527"/>
                    <a:pt x="1228" y="1016"/>
                    <a:pt x="1855" y="1216"/>
                  </a:cubicBezTo>
                  <a:cubicBezTo>
                    <a:pt x="2607" y="1454"/>
                    <a:pt x="3409" y="1492"/>
                    <a:pt x="4185" y="136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572;p36">
              <a:extLst>
                <a:ext uri="{FF2B5EF4-FFF2-40B4-BE49-F238E27FC236}">
                  <a16:creationId xmlns:a16="http://schemas.microsoft.com/office/drawing/2014/main" id="{8D55F021-0E0B-F9DF-335C-0CDA34B75B54}"/>
                </a:ext>
              </a:extLst>
            </p:cNvPr>
            <p:cNvSpPr/>
            <p:nvPr/>
          </p:nvSpPr>
          <p:spPr>
            <a:xfrm>
              <a:off x="2079037" y="1422012"/>
              <a:ext cx="95461" cy="42602"/>
            </a:xfrm>
            <a:custGeom>
              <a:avLst/>
              <a:gdLst/>
              <a:ahLst/>
              <a:cxnLst/>
              <a:rect l="l" t="t" r="r" b="b"/>
              <a:pathLst>
                <a:path w="1517" h="677" fill="none" extrusionOk="0">
                  <a:moveTo>
                    <a:pt x="0" y="0"/>
                  </a:moveTo>
                  <a:cubicBezTo>
                    <a:pt x="213" y="276"/>
                    <a:pt x="501" y="489"/>
                    <a:pt x="840" y="589"/>
                  </a:cubicBezTo>
                  <a:cubicBezTo>
                    <a:pt x="1065" y="677"/>
                    <a:pt x="1328" y="627"/>
                    <a:pt x="1516" y="464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Google Shape;573;p36">
              <a:extLst>
                <a:ext uri="{FF2B5EF4-FFF2-40B4-BE49-F238E27FC236}">
                  <a16:creationId xmlns:a16="http://schemas.microsoft.com/office/drawing/2014/main" id="{7DC08CC8-CC5A-9F0C-B60A-C447551A98D9}"/>
                </a:ext>
              </a:extLst>
            </p:cNvPr>
            <p:cNvSpPr/>
            <p:nvPr/>
          </p:nvSpPr>
          <p:spPr>
            <a:xfrm>
              <a:off x="1978102" y="1142052"/>
              <a:ext cx="112011" cy="30079"/>
            </a:xfrm>
            <a:custGeom>
              <a:avLst/>
              <a:gdLst/>
              <a:ahLst/>
              <a:cxnLst/>
              <a:rect l="l" t="t" r="r" b="b"/>
              <a:pathLst>
                <a:path w="1780" h="478" fill="none" extrusionOk="0">
                  <a:moveTo>
                    <a:pt x="0" y="289"/>
                  </a:moveTo>
                  <a:cubicBezTo>
                    <a:pt x="263" y="89"/>
                    <a:pt x="602" y="1"/>
                    <a:pt x="927" y="38"/>
                  </a:cubicBezTo>
                  <a:cubicBezTo>
                    <a:pt x="1253" y="76"/>
                    <a:pt x="1567" y="226"/>
                    <a:pt x="1780" y="47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" name="Google Shape;574;p36">
              <a:extLst>
                <a:ext uri="{FF2B5EF4-FFF2-40B4-BE49-F238E27FC236}">
                  <a16:creationId xmlns:a16="http://schemas.microsoft.com/office/drawing/2014/main" id="{BCEDC851-6E1B-B719-FEB2-E8A1E76AE867}"/>
                </a:ext>
              </a:extLst>
            </p:cNvPr>
            <p:cNvSpPr/>
            <p:nvPr/>
          </p:nvSpPr>
          <p:spPr>
            <a:xfrm>
              <a:off x="2222509" y="1153882"/>
              <a:ext cx="75765" cy="25297"/>
            </a:xfrm>
            <a:custGeom>
              <a:avLst/>
              <a:gdLst/>
              <a:ahLst/>
              <a:cxnLst/>
              <a:rect l="l" t="t" r="r" b="b"/>
              <a:pathLst>
                <a:path w="1204" h="402" fill="none" extrusionOk="0">
                  <a:moveTo>
                    <a:pt x="1" y="339"/>
                  </a:moveTo>
                  <a:cubicBezTo>
                    <a:pt x="339" y="1"/>
                    <a:pt x="903" y="26"/>
                    <a:pt x="1204" y="402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" name="Google Shape;575;p36">
              <a:extLst>
                <a:ext uri="{FF2B5EF4-FFF2-40B4-BE49-F238E27FC236}">
                  <a16:creationId xmlns:a16="http://schemas.microsoft.com/office/drawing/2014/main" id="{10D01D6E-9077-8ACE-9833-F6EE02BA3CD5}"/>
                </a:ext>
              </a:extLst>
            </p:cNvPr>
            <p:cNvSpPr/>
            <p:nvPr/>
          </p:nvSpPr>
          <p:spPr>
            <a:xfrm>
              <a:off x="2261146" y="2480939"/>
              <a:ext cx="634057" cy="1439907"/>
            </a:xfrm>
            <a:custGeom>
              <a:avLst/>
              <a:gdLst/>
              <a:ahLst/>
              <a:cxnLst/>
              <a:rect l="l" t="t" r="r" b="b"/>
              <a:pathLst>
                <a:path w="10076" h="22882" extrusionOk="0">
                  <a:moveTo>
                    <a:pt x="8083" y="1"/>
                  </a:moveTo>
                  <a:lnTo>
                    <a:pt x="1304" y="239"/>
                  </a:lnTo>
                  <a:lnTo>
                    <a:pt x="2883" y="9537"/>
                  </a:lnTo>
                  <a:lnTo>
                    <a:pt x="1" y="19098"/>
                  </a:lnTo>
                  <a:lnTo>
                    <a:pt x="4512" y="22882"/>
                  </a:lnTo>
                  <a:cubicBezTo>
                    <a:pt x="4512" y="22882"/>
                    <a:pt x="9223" y="15326"/>
                    <a:pt x="9649" y="10978"/>
                  </a:cubicBezTo>
                  <a:cubicBezTo>
                    <a:pt x="10075" y="6617"/>
                    <a:pt x="8083" y="1"/>
                    <a:pt x="8083" y="1"/>
                  </a:cubicBezTo>
                  <a:close/>
                </a:path>
              </a:pathLst>
            </a:custGeom>
            <a:solidFill>
              <a:srgbClr val="E57CA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" name="Google Shape;576;p36">
              <a:extLst>
                <a:ext uri="{FF2B5EF4-FFF2-40B4-BE49-F238E27FC236}">
                  <a16:creationId xmlns:a16="http://schemas.microsoft.com/office/drawing/2014/main" id="{44EF876A-311D-5568-EAFC-DCA21DF5B251}"/>
                </a:ext>
              </a:extLst>
            </p:cNvPr>
            <p:cNvSpPr/>
            <p:nvPr/>
          </p:nvSpPr>
          <p:spPr>
            <a:xfrm>
              <a:off x="2176006" y="1764395"/>
              <a:ext cx="676596" cy="906659"/>
            </a:xfrm>
            <a:custGeom>
              <a:avLst/>
              <a:gdLst/>
              <a:ahLst/>
              <a:cxnLst/>
              <a:rect l="l" t="t" r="r" b="b"/>
              <a:pathLst>
                <a:path w="10752" h="14408" extrusionOk="0">
                  <a:moveTo>
                    <a:pt x="342" y="1"/>
                  </a:moveTo>
                  <a:cubicBezTo>
                    <a:pt x="228" y="1"/>
                    <a:pt x="114" y="4"/>
                    <a:pt x="0" y="10"/>
                  </a:cubicBezTo>
                  <a:lnTo>
                    <a:pt x="878" y="6438"/>
                  </a:lnTo>
                  <a:lnTo>
                    <a:pt x="2632" y="14408"/>
                  </a:lnTo>
                  <a:lnTo>
                    <a:pt x="10752" y="13180"/>
                  </a:lnTo>
                  <a:cubicBezTo>
                    <a:pt x="10752" y="13180"/>
                    <a:pt x="9248" y="6864"/>
                    <a:pt x="7606" y="3544"/>
                  </a:cubicBezTo>
                  <a:cubicBezTo>
                    <a:pt x="7206" y="2729"/>
                    <a:pt x="6629" y="2040"/>
                    <a:pt x="5915" y="1501"/>
                  </a:cubicBezTo>
                  <a:cubicBezTo>
                    <a:pt x="5150" y="950"/>
                    <a:pt x="4236" y="712"/>
                    <a:pt x="3334" y="486"/>
                  </a:cubicBezTo>
                  <a:cubicBezTo>
                    <a:pt x="2354" y="238"/>
                    <a:pt x="1353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" name="Google Shape;577;p36">
              <a:extLst>
                <a:ext uri="{FF2B5EF4-FFF2-40B4-BE49-F238E27FC236}">
                  <a16:creationId xmlns:a16="http://schemas.microsoft.com/office/drawing/2014/main" id="{33256B49-9CF4-30D2-EAC7-E36C31E62887}"/>
                </a:ext>
              </a:extLst>
            </p:cNvPr>
            <p:cNvSpPr/>
            <p:nvPr/>
          </p:nvSpPr>
          <p:spPr>
            <a:xfrm>
              <a:off x="2312431" y="2465207"/>
              <a:ext cx="507070" cy="72618"/>
            </a:xfrm>
            <a:custGeom>
              <a:avLst/>
              <a:gdLst/>
              <a:ahLst/>
              <a:cxnLst/>
              <a:rect l="l" t="t" r="r" b="b"/>
              <a:pathLst>
                <a:path w="8058" h="1154" fill="none" extrusionOk="0">
                  <a:moveTo>
                    <a:pt x="8057" y="0"/>
                  </a:moveTo>
                  <a:lnTo>
                    <a:pt x="0" y="1153"/>
                  </a:lnTo>
                </a:path>
              </a:pathLst>
            </a:custGeom>
            <a:noFill/>
            <a:ln w="4075" cap="flat" cmpd="sng">
              <a:solidFill>
                <a:srgbClr val="000000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" name="Google Shape;578;p36">
              <a:extLst>
                <a:ext uri="{FF2B5EF4-FFF2-40B4-BE49-F238E27FC236}">
                  <a16:creationId xmlns:a16="http://schemas.microsoft.com/office/drawing/2014/main" id="{211F7B30-21E6-C89B-B343-F2D203150F91}"/>
                </a:ext>
              </a:extLst>
            </p:cNvPr>
            <p:cNvSpPr/>
            <p:nvPr/>
          </p:nvSpPr>
          <p:spPr>
            <a:xfrm>
              <a:off x="1305480" y="1755523"/>
              <a:ext cx="1267989" cy="1592884"/>
            </a:xfrm>
            <a:custGeom>
              <a:avLst/>
              <a:gdLst/>
              <a:ahLst/>
              <a:cxnLst/>
              <a:rect l="l" t="t" r="r" b="b"/>
              <a:pathLst>
                <a:path w="20150" h="25313" extrusionOk="0">
                  <a:moveTo>
                    <a:pt x="3973" y="1"/>
                  </a:moveTo>
                  <a:cubicBezTo>
                    <a:pt x="3973" y="1"/>
                    <a:pt x="1" y="8183"/>
                    <a:pt x="364" y="9837"/>
                  </a:cubicBezTo>
                  <a:cubicBezTo>
                    <a:pt x="727" y="11504"/>
                    <a:pt x="2294" y="24511"/>
                    <a:pt x="2294" y="24511"/>
                  </a:cubicBezTo>
                  <a:lnTo>
                    <a:pt x="19210" y="25313"/>
                  </a:lnTo>
                  <a:cubicBezTo>
                    <a:pt x="19210" y="25313"/>
                    <a:pt x="19423" y="12356"/>
                    <a:pt x="19210" y="10050"/>
                  </a:cubicBezTo>
                  <a:cubicBezTo>
                    <a:pt x="19010" y="7757"/>
                    <a:pt x="20150" y="6366"/>
                    <a:pt x="20150" y="6366"/>
                  </a:cubicBezTo>
                  <a:lnTo>
                    <a:pt x="15488" y="251"/>
                  </a:lnTo>
                  <a:lnTo>
                    <a:pt x="11579" y="1266"/>
                  </a:lnTo>
                  <a:lnTo>
                    <a:pt x="39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" name="Google Shape;579;p36">
              <a:extLst>
                <a:ext uri="{FF2B5EF4-FFF2-40B4-BE49-F238E27FC236}">
                  <a16:creationId xmlns:a16="http://schemas.microsoft.com/office/drawing/2014/main" id="{5121479E-6048-3DF1-E21A-298F4EEC983D}"/>
                </a:ext>
              </a:extLst>
            </p:cNvPr>
            <p:cNvSpPr/>
            <p:nvPr/>
          </p:nvSpPr>
          <p:spPr>
            <a:xfrm>
              <a:off x="2509517" y="2177382"/>
              <a:ext cx="34799" cy="458175"/>
            </a:xfrm>
            <a:custGeom>
              <a:avLst/>
              <a:gdLst/>
              <a:ahLst/>
              <a:cxnLst/>
              <a:rect l="l" t="t" r="r" b="b"/>
              <a:pathLst>
                <a:path w="553" h="7281" fill="none" extrusionOk="0">
                  <a:moveTo>
                    <a:pt x="176" y="7281"/>
                  </a:moveTo>
                  <a:cubicBezTo>
                    <a:pt x="176" y="7281"/>
                    <a:pt x="1" y="2883"/>
                    <a:pt x="76" y="2244"/>
                  </a:cubicBezTo>
                  <a:cubicBezTo>
                    <a:pt x="164" y="1617"/>
                    <a:pt x="552" y="1"/>
                    <a:pt x="552" y="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" name="Google Shape;580;p36">
              <a:extLst>
                <a:ext uri="{FF2B5EF4-FFF2-40B4-BE49-F238E27FC236}">
                  <a16:creationId xmlns:a16="http://schemas.microsoft.com/office/drawing/2014/main" id="{0D81C382-EE06-BC0E-A7E2-775A3C512D05}"/>
                </a:ext>
              </a:extLst>
            </p:cNvPr>
            <p:cNvSpPr/>
            <p:nvPr/>
          </p:nvSpPr>
          <p:spPr>
            <a:xfrm>
              <a:off x="1108331" y="3129145"/>
              <a:ext cx="1113502" cy="2132991"/>
            </a:xfrm>
            <a:custGeom>
              <a:avLst/>
              <a:gdLst/>
              <a:ahLst/>
              <a:cxnLst/>
              <a:rect l="l" t="t" r="r" b="b"/>
              <a:pathLst>
                <a:path w="17695" h="33896" extrusionOk="0">
                  <a:moveTo>
                    <a:pt x="16967" y="0"/>
                  </a:moveTo>
                  <a:lnTo>
                    <a:pt x="5427" y="2682"/>
                  </a:lnTo>
                  <a:cubicBezTo>
                    <a:pt x="5427" y="2682"/>
                    <a:pt x="3860" y="5789"/>
                    <a:pt x="3083" y="8734"/>
                  </a:cubicBezTo>
                  <a:cubicBezTo>
                    <a:pt x="2294" y="11679"/>
                    <a:pt x="2557" y="13496"/>
                    <a:pt x="2557" y="13496"/>
                  </a:cubicBezTo>
                  <a:lnTo>
                    <a:pt x="1" y="33895"/>
                  </a:lnTo>
                  <a:lnTo>
                    <a:pt x="13158" y="33895"/>
                  </a:lnTo>
                  <a:lnTo>
                    <a:pt x="16391" y="11679"/>
                  </a:lnTo>
                  <a:lnTo>
                    <a:pt x="17694" y="9373"/>
                  </a:lnTo>
                  <a:lnTo>
                    <a:pt x="169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" name="Google Shape;581;p36">
              <a:extLst>
                <a:ext uri="{FF2B5EF4-FFF2-40B4-BE49-F238E27FC236}">
                  <a16:creationId xmlns:a16="http://schemas.microsoft.com/office/drawing/2014/main" id="{451DEBD3-6A39-8E5C-35D4-A31D57DE1C7F}"/>
                </a:ext>
              </a:extLst>
            </p:cNvPr>
            <p:cNvSpPr/>
            <p:nvPr/>
          </p:nvSpPr>
          <p:spPr>
            <a:xfrm>
              <a:off x="1654030" y="3348318"/>
              <a:ext cx="1031445" cy="1913814"/>
            </a:xfrm>
            <a:custGeom>
              <a:avLst/>
              <a:gdLst/>
              <a:ahLst/>
              <a:cxnLst/>
              <a:rect l="l" t="t" r="r" b="b"/>
              <a:pathLst>
                <a:path w="16391" h="30413" extrusionOk="0">
                  <a:moveTo>
                    <a:pt x="1353" y="1"/>
                  </a:moveTo>
                  <a:cubicBezTo>
                    <a:pt x="0" y="5790"/>
                    <a:pt x="2707" y="7231"/>
                    <a:pt x="2707" y="7231"/>
                  </a:cubicBezTo>
                  <a:lnTo>
                    <a:pt x="5526" y="30412"/>
                  </a:lnTo>
                  <a:lnTo>
                    <a:pt x="16390" y="30412"/>
                  </a:lnTo>
                  <a:cubicBezTo>
                    <a:pt x="16390" y="30412"/>
                    <a:pt x="15663" y="14035"/>
                    <a:pt x="15137" y="8359"/>
                  </a:cubicBezTo>
                  <a:cubicBezTo>
                    <a:pt x="14761" y="4223"/>
                    <a:pt x="13671" y="1"/>
                    <a:pt x="136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" name="Google Shape;582;p36">
              <a:extLst>
                <a:ext uri="{FF2B5EF4-FFF2-40B4-BE49-F238E27FC236}">
                  <a16:creationId xmlns:a16="http://schemas.microsoft.com/office/drawing/2014/main" id="{9F54C552-3F8E-0F24-D830-A0B8A963FCD9}"/>
                </a:ext>
              </a:extLst>
            </p:cNvPr>
            <p:cNvSpPr/>
            <p:nvPr/>
          </p:nvSpPr>
          <p:spPr>
            <a:xfrm>
              <a:off x="1974138" y="3720528"/>
              <a:ext cx="216911" cy="1313737"/>
            </a:xfrm>
            <a:custGeom>
              <a:avLst/>
              <a:gdLst/>
              <a:ahLst/>
              <a:cxnLst/>
              <a:rect l="l" t="t" r="r" b="b"/>
              <a:pathLst>
                <a:path w="3447" h="20877" fill="none" extrusionOk="0">
                  <a:moveTo>
                    <a:pt x="1" y="20876"/>
                  </a:moveTo>
                  <a:lnTo>
                    <a:pt x="2632" y="2281"/>
                  </a:lnTo>
                  <a:lnTo>
                    <a:pt x="3446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" name="Google Shape;583;p36">
              <a:extLst>
                <a:ext uri="{FF2B5EF4-FFF2-40B4-BE49-F238E27FC236}">
                  <a16:creationId xmlns:a16="http://schemas.microsoft.com/office/drawing/2014/main" id="{993ED7CE-714E-6813-3DDD-EE49F4186DA5}"/>
                </a:ext>
              </a:extLst>
            </p:cNvPr>
            <p:cNvSpPr/>
            <p:nvPr/>
          </p:nvSpPr>
          <p:spPr>
            <a:xfrm>
              <a:off x="1451344" y="3334914"/>
              <a:ext cx="374607" cy="326531"/>
            </a:xfrm>
            <a:custGeom>
              <a:avLst/>
              <a:gdLst/>
              <a:ahLst/>
              <a:cxnLst/>
              <a:rect l="l" t="t" r="r" b="b"/>
              <a:pathLst>
                <a:path w="5953" h="5189" fill="none" extrusionOk="0">
                  <a:moveTo>
                    <a:pt x="1" y="5188"/>
                  </a:moveTo>
                  <a:cubicBezTo>
                    <a:pt x="2557" y="4261"/>
                    <a:pt x="4687" y="2419"/>
                    <a:pt x="5953" y="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" name="Google Shape;584;p36">
              <a:extLst>
                <a:ext uri="{FF2B5EF4-FFF2-40B4-BE49-F238E27FC236}">
                  <a16:creationId xmlns:a16="http://schemas.microsoft.com/office/drawing/2014/main" id="{17BF44D2-19A6-1092-7A06-EEF06F136851}"/>
                </a:ext>
              </a:extLst>
            </p:cNvPr>
            <p:cNvSpPr/>
            <p:nvPr/>
          </p:nvSpPr>
          <p:spPr>
            <a:xfrm>
              <a:off x="2444892" y="3332586"/>
              <a:ext cx="91497" cy="314638"/>
            </a:xfrm>
            <a:custGeom>
              <a:avLst/>
              <a:gdLst/>
              <a:ahLst/>
              <a:cxnLst/>
              <a:rect l="l" t="t" r="r" b="b"/>
              <a:pathLst>
                <a:path w="1454" h="5000" fill="none" extrusionOk="0">
                  <a:moveTo>
                    <a:pt x="1454" y="5000"/>
                  </a:moveTo>
                  <a:cubicBezTo>
                    <a:pt x="389" y="3609"/>
                    <a:pt x="50" y="1767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" name="Google Shape;585;p36">
              <a:extLst>
                <a:ext uri="{FF2B5EF4-FFF2-40B4-BE49-F238E27FC236}">
                  <a16:creationId xmlns:a16="http://schemas.microsoft.com/office/drawing/2014/main" id="{198AFFB2-852C-BCBD-8BC2-BF40E98305C7}"/>
                </a:ext>
              </a:extLst>
            </p:cNvPr>
            <p:cNvSpPr/>
            <p:nvPr/>
          </p:nvSpPr>
          <p:spPr>
            <a:xfrm>
              <a:off x="1488408" y="2385542"/>
              <a:ext cx="1966673" cy="738895"/>
            </a:xfrm>
            <a:custGeom>
              <a:avLst/>
              <a:gdLst/>
              <a:ahLst/>
              <a:cxnLst/>
              <a:rect l="l" t="t" r="r" b="b"/>
              <a:pathLst>
                <a:path w="31253" h="11742" extrusionOk="0">
                  <a:moveTo>
                    <a:pt x="13296" y="1"/>
                  </a:moveTo>
                  <a:cubicBezTo>
                    <a:pt x="12845" y="1"/>
                    <a:pt x="12444" y="276"/>
                    <a:pt x="12281" y="702"/>
                  </a:cubicBezTo>
                  <a:lnTo>
                    <a:pt x="8421" y="10752"/>
                  </a:lnTo>
                  <a:lnTo>
                    <a:pt x="966" y="10752"/>
                  </a:lnTo>
                  <a:cubicBezTo>
                    <a:pt x="427" y="10765"/>
                    <a:pt x="1" y="11203"/>
                    <a:pt x="13" y="11742"/>
                  </a:cubicBezTo>
                  <a:lnTo>
                    <a:pt x="26916" y="11742"/>
                  </a:lnTo>
                  <a:lnTo>
                    <a:pt x="31102" y="840"/>
                  </a:lnTo>
                  <a:cubicBezTo>
                    <a:pt x="31252" y="452"/>
                    <a:pt x="30976" y="13"/>
                    <a:pt x="305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" name="Google Shape;586;p36">
              <a:extLst>
                <a:ext uri="{FF2B5EF4-FFF2-40B4-BE49-F238E27FC236}">
                  <a16:creationId xmlns:a16="http://schemas.microsoft.com/office/drawing/2014/main" id="{E4A51A6C-3CCA-B010-12DD-A771E96DD140}"/>
                </a:ext>
              </a:extLst>
            </p:cNvPr>
            <p:cNvSpPr/>
            <p:nvPr/>
          </p:nvSpPr>
          <p:spPr>
            <a:xfrm>
              <a:off x="2034044" y="2385542"/>
              <a:ext cx="1217584" cy="738895"/>
            </a:xfrm>
            <a:custGeom>
              <a:avLst/>
              <a:gdLst/>
              <a:ahLst/>
              <a:cxnLst/>
              <a:rect l="l" t="t" r="r" b="b"/>
              <a:pathLst>
                <a:path w="19349" h="11742" fill="none" extrusionOk="0">
                  <a:moveTo>
                    <a:pt x="1" y="11742"/>
                  </a:moveTo>
                  <a:lnTo>
                    <a:pt x="4274" y="702"/>
                  </a:lnTo>
                  <a:cubicBezTo>
                    <a:pt x="4437" y="276"/>
                    <a:pt x="4838" y="1"/>
                    <a:pt x="5289" y="1"/>
                  </a:cubicBezTo>
                  <a:lnTo>
                    <a:pt x="19348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" name="Google Shape;587;p36">
              <a:extLst>
                <a:ext uri="{FF2B5EF4-FFF2-40B4-BE49-F238E27FC236}">
                  <a16:creationId xmlns:a16="http://schemas.microsoft.com/office/drawing/2014/main" id="{F3C875DB-FF2A-797A-3213-761D40E4E3FB}"/>
                </a:ext>
              </a:extLst>
            </p:cNvPr>
            <p:cNvSpPr/>
            <p:nvPr/>
          </p:nvSpPr>
          <p:spPr>
            <a:xfrm rot="-244680">
              <a:off x="2715553" y="2713178"/>
              <a:ext cx="165623" cy="96278"/>
            </a:xfrm>
            <a:custGeom>
              <a:avLst/>
              <a:gdLst/>
              <a:ahLst/>
              <a:cxnLst/>
              <a:rect l="l" t="t" r="r" b="b"/>
              <a:pathLst>
                <a:path w="2632" h="1530" extrusionOk="0">
                  <a:moveTo>
                    <a:pt x="1316" y="0"/>
                  </a:moveTo>
                  <a:cubicBezTo>
                    <a:pt x="589" y="0"/>
                    <a:pt x="0" y="351"/>
                    <a:pt x="0" y="765"/>
                  </a:cubicBezTo>
                  <a:cubicBezTo>
                    <a:pt x="0" y="1191"/>
                    <a:pt x="589" y="1529"/>
                    <a:pt x="1316" y="1529"/>
                  </a:cubicBezTo>
                  <a:cubicBezTo>
                    <a:pt x="2043" y="1529"/>
                    <a:pt x="2632" y="1191"/>
                    <a:pt x="2632" y="765"/>
                  </a:cubicBezTo>
                  <a:cubicBezTo>
                    <a:pt x="2632" y="351"/>
                    <a:pt x="2043" y="0"/>
                    <a:pt x="1316" y="0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" name="Google Shape;588;p36">
              <a:extLst>
                <a:ext uri="{FF2B5EF4-FFF2-40B4-BE49-F238E27FC236}">
                  <a16:creationId xmlns:a16="http://schemas.microsoft.com/office/drawing/2014/main" id="{568CF89C-4927-FBE6-D1DA-E86AB20B40CB}"/>
                </a:ext>
              </a:extLst>
            </p:cNvPr>
            <p:cNvSpPr/>
            <p:nvPr/>
          </p:nvSpPr>
          <p:spPr>
            <a:xfrm>
              <a:off x="1214048" y="2532979"/>
              <a:ext cx="1383902" cy="913015"/>
            </a:xfrm>
            <a:custGeom>
              <a:avLst/>
              <a:gdLst/>
              <a:ahLst/>
              <a:cxnLst/>
              <a:rect l="l" t="t" r="r" b="b"/>
              <a:pathLst>
                <a:path w="21992" h="14509" extrusionOk="0">
                  <a:moveTo>
                    <a:pt x="7894" y="1"/>
                  </a:moveTo>
                  <a:lnTo>
                    <a:pt x="0" y="3735"/>
                  </a:lnTo>
                  <a:cubicBezTo>
                    <a:pt x="0" y="3735"/>
                    <a:pt x="1642" y="11116"/>
                    <a:pt x="3734" y="12820"/>
                  </a:cubicBezTo>
                  <a:cubicBezTo>
                    <a:pt x="5516" y="14274"/>
                    <a:pt x="7620" y="14509"/>
                    <a:pt x="9723" y="14509"/>
                  </a:cubicBezTo>
                  <a:cubicBezTo>
                    <a:pt x="10519" y="14509"/>
                    <a:pt x="11314" y="14475"/>
                    <a:pt x="12092" y="14461"/>
                  </a:cubicBezTo>
                  <a:cubicBezTo>
                    <a:pt x="14911" y="14411"/>
                    <a:pt x="21991" y="13108"/>
                    <a:pt x="21991" y="13108"/>
                  </a:cubicBezTo>
                  <a:lnTo>
                    <a:pt x="19285" y="8647"/>
                  </a:lnTo>
                  <a:lnTo>
                    <a:pt x="9686" y="6805"/>
                  </a:lnTo>
                  <a:lnTo>
                    <a:pt x="7894" y="1"/>
                  </a:lnTo>
                  <a:close/>
                </a:path>
              </a:pathLst>
            </a:custGeom>
            <a:solidFill>
              <a:srgbClr val="F495B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" name="Google Shape;589;p36">
              <a:extLst>
                <a:ext uri="{FF2B5EF4-FFF2-40B4-BE49-F238E27FC236}">
                  <a16:creationId xmlns:a16="http://schemas.microsoft.com/office/drawing/2014/main" id="{ED2E1B0E-6A0D-1DCB-B39E-9D28730E256E}"/>
                </a:ext>
              </a:extLst>
            </p:cNvPr>
            <p:cNvSpPr/>
            <p:nvPr/>
          </p:nvSpPr>
          <p:spPr>
            <a:xfrm>
              <a:off x="2322688" y="2910475"/>
              <a:ext cx="727505" cy="475228"/>
            </a:xfrm>
            <a:custGeom>
              <a:avLst/>
              <a:gdLst/>
              <a:ahLst/>
              <a:cxnLst/>
              <a:rect l="l" t="t" r="r" b="b"/>
              <a:pathLst>
                <a:path w="11561" h="7552" extrusionOk="0">
                  <a:moveTo>
                    <a:pt x="9812" y="1"/>
                  </a:moveTo>
                  <a:cubicBezTo>
                    <a:pt x="9729" y="1"/>
                    <a:pt x="9649" y="27"/>
                    <a:pt x="9586" y="79"/>
                  </a:cubicBezTo>
                  <a:cubicBezTo>
                    <a:pt x="8997" y="518"/>
                    <a:pt x="8934" y="1633"/>
                    <a:pt x="8270" y="2134"/>
                  </a:cubicBezTo>
                  <a:cubicBezTo>
                    <a:pt x="8283" y="2072"/>
                    <a:pt x="8270" y="2009"/>
                    <a:pt x="8245" y="1959"/>
                  </a:cubicBezTo>
                  <a:cubicBezTo>
                    <a:pt x="8082" y="1755"/>
                    <a:pt x="7771" y="1701"/>
                    <a:pt x="7485" y="1701"/>
                  </a:cubicBezTo>
                  <a:cubicBezTo>
                    <a:pt x="7419" y="1701"/>
                    <a:pt x="7354" y="1704"/>
                    <a:pt x="7293" y="1708"/>
                  </a:cubicBezTo>
                  <a:cubicBezTo>
                    <a:pt x="7149" y="1715"/>
                    <a:pt x="7005" y="1718"/>
                    <a:pt x="6861" y="1718"/>
                  </a:cubicBezTo>
                  <a:cubicBezTo>
                    <a:pt x="6717" y="1718"/>
                    <a:pt x="6572" y="1715"/>
                    <a:pt x="6428" y="1708"/>
                  </a:cubicBezTo>
                  <a:cubicBezTo>
                    <a:pt x="5600" y="1678"/>
                    <a:pt x="4764" y="1458"/>
                    <a:pt x="3939" y="1458"/>
                  </a:cubicBezTo>
                  <a:cubicBezTo>
                    <a:pt x="3728" y="1458"/>
                    <a:pt x="3517" y="1472"/>
                    <a:pt x="3308" y="1508"/>
                  </a:cubicBezTo>
                  <a:cubicBezTo>
                    <a:pt x="2143" y="1696"/>
                    <a:pt x="1178" y="2485"/>
                    <a:pt x="0" y="2661"/>
                  </a:cubicBezTo>
                  <a:lnTo>
                    <a:pt x="1103" y="7497"/>
                  </a:lnTo>
                  <a:cubicBezTo>
                    <a:pt x="1103" y="7497"/>
                    <a:pt x="2157" y="7552"/>
                    <a:pt x="3351" y="7552"/>
                  </a:cubicBezTo>
                  <a:cubicBezTo>
                    <a:pt x="4057" y="7552"/>
                    <a:pt x="4812" y="7533"/>
                    <a:pt x="5426" y="7472"/>
                  </a:cubicBezTo>
                  <a:cubicBezTo>
                    <a:pt x="6604" y="7372"/>
                    <a:pt x="7757" y="7147"/>
                    <a:pt x="8872" y="6771"/>
                  </a:cubicBezTo>
                  <a:lnTo>
                    <a:pt x="9060" y="6708"/>
                  </a:lnTo>
                  <a:cubicBezTo>
                    <a:pt x="9611" y="6508"/>
                    <a:pt x="10125" y="6207"/>
                    <a:pt x="10576" y="5818"/>
                  </a:cubicBezTo>
                  <a:cubicBezTo>
                    <a:pt x="11190" y="5242"/>
                    <a:pt x="11378" y="4478"/>
                    <a:pt x="11466" y="3638"/>
                  </a:cubicBezTo>
                  <a:cubicBezTo>
                    <a:pt x="11491" y="3325"/>
                    <a:pt x="11466" y="2573"/>
                    <a:pt x="11303" y="2498"/>
                  </a:cubicBezTo>
                  <a:cubicBezTo>
                    <a:pt x="11425" y="2080"/>
                    <a:pt x="11560" y="1494"/>
                    <a:pt x="11094" y="1494"/>
                  </a:cubicBezTo>
                  <a:cubicBezTo>
                    <a:pt x="11085" y="1494"/>
                    <a:pt x="11075" y="1495"/>
                    <a:pt x="11065" y="1495"/>
                  </a:cubicBezTo>
                  <a:cubicBezTo>
                    <a:pt x="11090" y="1245"/>
                    <a:pt x="11102" y="1007"/>
                    <a:pt x="11127" y="768"/>
                  </a:cubicBezTo>
                  <a:cubicBezTo>
                    <a:pt x="11152" y="480"/>
                    <a:pt x="11115" y="92"/>
                    <a:pt x="10864" y="54"/>
                  </a:cubicBezTo>
                  <a:cubicBezTo>
                    <a:pt x="10764" y="54"/>
                    <a:pt x="10676" y="79"/>
                    <a:pt x="10601" y="142"/>
                  </a:cubicBezTo>
                  <a:cubicBezTo>
                    <a:pt x="10401" y="280"/>
                    <a:pt x="10238" y="468"/>
                    <a:pt x="10125" y="681"/>
                  </a:cubicBezTo>
                  <a:lnTo>
                    <a:pt x="10125" y="656"/>
                  </a:lnTo>
                  <a:cubicBezTo>
                    <a:pt x="10150" y="393"/>
                    <a:pt x="10100" y="42"/>
                    <a:pt x="9862" y="4"/>
                  </a:cubicBezTo>
                  <a:cubicBezTo>
                    <a:pt x="9845" y="2"/>
                    <a:pt x="9828" y="1"/>
                    <a:pt x="9812" y="1"/>
                  </a:cubicBezTo>
                  <a:close/>
                </a:path>
              </a:pathLst>
            </a:custGeom>
            <a:solidFill>
              <a:srgbClr val="F495B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" name="Google Shape;590;p36">
              <a:extLst>
                <a:ext uri="{FF2B5EF4-FFF2-40B4-BE49-F238E27FC236}">
                  <a16:creationId xmlns:a16="http://schemas.microsoft.com/office/drawing/2014/main" id="{7FCC04D8-7E68-173C-FFAE-2C71F2C74325}"/>
                </a:ext>
              </a:extLst>
            </p:cNvPr>
            <p:cNvSpPr/>
            <p:nvPr/>
          </p:nvSpPr>
          <p:spPr>
            <a:xfrm>
              <a:off x="2692445" y="3040041"/>
              <a:ext cx="157004" cy="65508"/>
            </a:xfrm>
            <a:custGeom>
              <a:avLst/>
              <a:gdLst/>
              <a:ahLst/>
              <a:cxnLst/>
              <a:rect l="l" t="t" r="r" b="b"/>
              <a:pathLst>
                <a:path w="2495" h="1041" fill="none" extrusionOk="0">
                  <a:moveTo>
                    <a:pt x="1" y="1040"/>
                  </a:moveTo>
                  <a:cubicBezTo>
                    <a:pt x="552" y="852"/>
                    <a:pt x="1517" y="890"/>
                    <a:pt x="2018" y="627"/>
                  </a:cubicBezTo>
                  <a:cubicBezTo>
                    <a:pt x="2206" y="526"/>
                    <a:pt x="2495" y="288"/>
                    <a:pt x="2495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" name="Google Shape;591;p36">
              <a:extLst>
                <a:ext uri="{FF2B5EF4-FFF2-40B4-BE49-F238E27FC236}">
                  <a16:creationId xmlns:a16="http://schemas.microsoft.com/office/drawing/2014/main" id="{E3045308-B09B-27CD-8A69-E0E4E17BBE62}"/>
                </a:ext>
              </a:extLst>
            </p:cNvPr>
            <p:cNvSpPr/>
            <p:nvPr/>
          </p:nvSpPr>
          <p:spPr>
            <a:xfrm>
              <a:off x="2781549" y="2943826"/>
              <a:ext cx="179847" cy="237425"/>
            </a:xfrm>
            <a:custGeom>
              <a:avLst/>
              <a:gdLst/>
              <a:ahLst/>
              <a:cxnLst/>
              <a:rect l="l" t="t" r="r" b="b"/>
              <a:pathLst>
                <a:path w="2858" h="3773" fill="none" extrusionOk="0">
                  <a:moveTo>
                    <a:pt x="2858" y="0"/>
                  </a:moveTo>
                  <a:cubicBezTo>
                    <a:pt x="2758" y="727"/>
                    <a:pt x="2632" y="1642"/>
                    <a:pt x="2294" y="2294"/>
                  </a:cubicBezTo>
                  <a:cubicBezTo>
                    <a:pt x="2194" y="2481"/>
                    <a:pt x="2068" y="2657"/>
                    <a:pt x="1918" y="2795"/>
                  </a:cubicBezTo>
                  <a:cubicBezTo>
                    <a:pt x="1755" y="2933"/>
                    <a:pt x="1580" y="3058"/>
                    <a:pt x="1404" y="3146"/>
                  </a:cubicBezTo>
                  <a:cubicBezTo>
                    <a:pt x="953" y="3409"/>
                    <a:pt x="502" y="3659"/>
                    <a:pt x="1" y="3772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" name="Google Shape;592;p36">
              <a:extLst>
                <a:ext uri="{FF2B5EF4-FFF2-40B4-BE49-F238E27FC236}">
                  <a16:creationId xmlns:a16="http://schemas.microsoft.com/office/drawing/2014/main" id="{FF487E1E-2F56-0B45-4ECF-72D661BD6E87}"/>
                </a:ext>
              </a:extLst>
            </p:cNvPr>
            <p:cNvSpPr/>
            <p:nvPr/>
          </p:nvSpPr>
          <p:spPr>
            <a:xfrm>
              <a:off x="2839945" y="2984791"/>
              <a:ext cx="180602" cy="257122"/>
            </a:xfrm>
            <a:custGeom>
              <a:avLst/>
              <a:gdLst/>
              <a:ahLst/>
              <a:cxnLst/>
              <a:rect l="l" t="t" r="r" b="b"/>
              <a:pathLst>
                <a:path w="2870" h="4086" fill="none" extrusionOk="0">
                  <a:moveTo>
                    <a:pt x="2870" y="1"/>
                  </a:moveTo>
                  <a:cubicBezTo>
                    <a:pt x="2870" y="1"/>
                    <a:pt x="2644" y="903"/>
                    <a:pt x="2544" y="1267"/>
                  </a:cubicBezTo>
                  <a:cubicBezTo>
                    <a:pt x="2469" y="1592"/>
                    <a:pt x="2356" y="1918"/>
                    <a:pt x="2218" y="2231"/>
                  </a:cubicBezTo>
                  <a:cubicBezTo>
                    <a:pt x="1792" y="3146"/>
                    <a:pt x="927" y="3773"/>
                    <a:pt x="0" y="408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" name="Google Shape;593;p36">
              <a:extLst>
                <a:ext uri="{FF2B5EF4-FFF2-40B4-BE49-F238E27FC236}">
                  <a16:creationId xmlns:a16="http://schemas.microsoft.com/office/drawing/2014/main" id="{50F2AD04-F849-1307-465B-5188827B0FAD}"/>
                </a:ext>
              </a:extLst>
            </p:cNvPr>
            <p:cNvSpPr/>
            <p:nvPr/>
          </p:nvSpPr>
          <p:spPr>
            <a:xfrm>
              <a:off x="2863605" y="3062065"/>
              <a:ext cx="171918" cy="237425"/>
            </a:xfrm>
            <a:custGeom>
              <a:avLst/>
              <a:gdLst/>
              <a:ahLst/>
              <a:cxnLst/>
              <a:rect l="l" t="t" r="r" b="b"/>
              <a:pathLst>
                <a:path w="2732" h="3773" fill="none" extrusionOk="0">
                  <a:moveTo>
                    <a:pt x="2732" y="1"/>
                  </a:moveTo>
                  <a:cubicBezTo>
                    <a:pt x="2619" y="452"/>
                    <a:pt x="2469" y="1079"/>
                    <a:pt x="2343" y="1530"/>
                  </a:cubicBezTo>
                  <a:cubicBezTo>
                    <a:pt x="2231" y="1956"/>
                    <a:pt x="2018" y="2344"/>
                    <a:pt x="1742" y="2670"/>
                  </a:cubicBezTo>
                  <a:cubicBezTo>
                    <a:pt x="1291" y="3184"/>
                    <a:pt x="614" y="3535"/>
                    <a:pt x="0" y="3773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" name="Google Shape;594;p36">
              <a:extLst>
                <a:ext uri="{FF2B5EF4-FFF2-40B4-BE49-F238E27FC236}">
                  <a16:creationId xmlns:a16="http://schemas.microsoft.com/office/drawing/2014/main" id="{669B1A82-EFAF-F2B7-904C-12C07086006D}"/>
                </a:ext>
              </a:extLst>
            </p:cNvPr>
            <p:cNvSpPr/>
            <p:nvPr/>
          </p:nvSpPr>
          <p:spPr>
            <a:xfrm>
              <a:off x="1053963" y="1742937"/>
              <a:ext cx="711270" cy="1117404"/>
            </a:xfrm>
            <a:custGeom>
              <a:avLst/>
              <a:gdLst/>
              <a:ahLst/>
              <a:cxnLst/>
              <a:rect l="l" t="t" r="r" b="b"/>
              <a:pathLst>
                <a:path w="11303" h="17757" extrusionOk="0">
                  <a:moveTo>
                    <a:pt x="9348" y="0"/>
                  </a:moveTo>
                  <a:cubicBezTo>
                    <a:pt x="8120" y="188"/>
                    <a:pt x="6892" y="401"/>
                    <a:pt x="5664" y="639"/>
                  </a:cubicBezTo>
                  <a:cubicBezTo>
                    <a:pt x="4411" y="890"/>
                    <a:pt x="3108" y="1191"/>
                    <a:pt x="2118" y="2018"/>
                  </a:cubicBezTo>
                  <a:cubicBezTo>
                    <a:pt x="1266" y="2782"/>
                    <a:pt x="664" y="3784"/>
                    <a:pt x="376" y="4900"/>
                  </a:cubicBezTo>
                  <a:cubicBezTo>
                    <a:pt x="126" y="5965"/>
                    <a:pt x="0" y="7443"/>
                    <a:pt x="289" y="9498"/>
                  </a:cubicBezTo>
                  <a:cubicBezTo>
                    <a:pt x="627" y="11854"/>
                    <a:pt x="2193" y="17756"/>
                    <a:pt x="2193" y="17756"/>
                  </a:cubicBezTo>
                  <a:lnTo>
                    <a:pt x="11303" y="15826"/>
                  </a:lnTo>
                  <a:lnTo>
                    <a:pt x="9636" y="7581"/>
                  </a:lnTo>
                  <a:lnTo>
                    <a:pt x="9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" name="Google Shape;595;p36">
              <a:extLst>
                <a:ext uri="{FF2B5EF4-FFF2-40B4-BE49-F238E27FC236}">
                  <a16:creationId xmlns:a16="http://schemas.microsoft.com/office/drawing/2014/main" id="{8DBFB551-765F-69B9-D126-7B35672901A1}"/>
                </a:ext>
              </a:extLst>
            </p:cNvPr>
            <p:cNvSpPr/>
            <p:nvPr/>
          </p:nvSpPr>
          <p:spPr>
            <a:xfrm>
              <a:off x="1654030" y="2234959"/>
              <a:ext cx="111193" cy="503923"/>
            </a:xfrm>
            <a:custGeom>
              <a:avLst/>
              <a:gdLst/>
              <a:ahLst/>
              <a:cxnLst/>
              <a:rect l="l" t="t" r="r" b="b"/>
              <a:pathLst>
                <a:path w="1767" h="8008" fill="none" extrusionOk="0">
                  <a:moveTo>
                    <a:pt x="1767" y="8007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" name="Google Shape;596;p36">
              <a:extLst>
                <a:ext uri="{FF2B5EF4-FFF2-40B4-BE49-F238E27FC236}">
                  <a16:creationId xmlns:a16="http://schemas.microsoft.com/office/drawing/2014/main" id="{D2EFE13D-3252-ED97-B88A-B8AC843E752C}"/>
                </a:ext>
              </a:extLst>
            </p:cNvPr>
            <p:cNvSpPr/>
            <p:nvPr/>
          </p:nvSpPr>
          <p:spPr>
            <a:xfrm>
              <a:off x="2034044" y="1835187"/>
              <a:ext cx="39518" cy="426648"/>
            </a:xfrm>
            <a:custGeom>
              <a:avLst/>
              <a:gdLst/>
              <a:ahLst/>
              <a:cxnLst/>
              <a:rect l="l" t="t" r="r" b="b"/>
              <a:pathLst>
                <a:path w="628" h="6780" fill="none" extrusionOk="0">
                  <a:moveTo>
                    <a:pt x="1" y="0"/>
                  </a:moveTo>
                  <a:lnTo>
                    <a:pt x="627" y="677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" name="Google Shape;597;p36">
              <a:extLst>
                <a:ext uri="{FF2B5EF4-FFF2-40B4-BE49-F238E27FC236}">
                  <a16:creationId xmlns:a16="http://schemas.microsoft.com/office/drawing/2014/main" id="{F65F0F60-352B-C60A-808F-38CD2C08624B}"/>
                </a:ext>
              </a:extLst>
            </p:cNvPr>
            <p:cNvSpPr/>
            <p:nvPr/>
          </p:nvSpPr>
          <p:spPr>
            <a:xfrm>
              <a:off x="1555424" y="1618343"/>
              <a:ext cx="478689" cy="430613"/>
            </a:xfrm>
            <a:custGeom>
              <a:avLst/>
              <a:gdLst/>
              <a:ahLst/>
              <a:cxnLst/>
              <a:rect l="l" t="t" r="r" b="b"/>
              <a:pathLst>
                <a:path w="7607" h="6843" extrusionOk="0">
                  <a:moveTo>
                    <a:pt x="2319" y="0"/>
                  </a:moveTo>
                  <a:lnTo>
                    <a:pt x="1" y="2181"/>
                  </a:lnTo>
                  <a:lnTo>
                    <a:pt x="4387" y="6842"/>
                  </a:lnTo>
                  <a:lnTo>
                    <a:pt x="7607" y="3446"/>
                  </a:lnTo>
                  <a:lnTo>
                    <a:pt x="23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" name="Google Shape;598;p36">
              <a:extLst>
                <a:ext uri="{FF2B5EF4-FFF2-40B4-BE49-F238E27FC236}">
                  <a16:creationId xmlns:a16="http://schemas.microsoft.com/office/drawing/2014/main" id="{CF465CB8-DA11-A79D-71C2-0B0D3135E287}"/>
                </a:ext>
              </a:extLst>
            </p:cNvPr>
            <p:cNvSpPr/>
            <p:nvPr/>
          </p:nvSpPr>
          <p:spPr>
            <a:xfrm>
              <a:off x="2034044" y="1668810"/>
              <a:ext cx="264233" cy="356484"/>
            </a:xfrm>
            <a:custGeom>
              <a:avLst/>
              <a:gdLst/>
              <a:ahLst/>
              <a:cxnLst/>
              <a:rect l="l" t="t" r="r" b="b"/>
              <a:pathLst>
                <a:path w="4199" h="5665" extrusionOk="0">
                  <a:moveTo>
                    <a:pt x="2758" y="0"/>
                  </a:moveTo>
                  <a:lnTo>
                    <a:pt x="1" y="2644"/>
                  </a:lnTo>
                  <a:lnTo>
                    <a:pt x="2908" y="5664"/>
                  </a:lnTo>
                  <a:lnTo>
                    <a:pt x="4199" y="2055"/>
                  </a:lnTo>
                  <a:lnTo>
                    <a:pt x="275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" name="Google Shape;599;p36">
              <a:extLst>
                <a:ext uri="{FF2B5EF4-FFF2-40B4-BE49-F238E27FC236}">
                  <a16:creationId xmlns:a16="http://schemas.microsoft.com/office/drawing/2014/main" id="{0A6FE0A3-F06E-01B0-1FA6-A6A78B14EADC}"/>
                </a:ext>
              </a:extLst>
            </p:cNvPr>
            <p:cNvSpPr/>
            <p:nvPr/>
          </p:nvSpPr>
          <p:spPr>
            <a:xfrm>
              <a:off x="1966272" y="1947134"/>
              <a:ext cx="52104" cy="63"/>
            </a:xfrm>
            <a:custGeom>
              <a:avLst/>
              <a:gdLst/>
              <a:ahLst/>
              <a:cxnLst/>
              <a:rect l="l" t="t" r="r" b="b"/>
              <a:pathLst>
                <a:path w="828" h="1" fill="none" extrusionOk="0">
                  <a:moveTo>
                    <a:pt x="827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" name="Google Shape;600;p36">
              <a:extLst>
                <a:ext uri="{FF2B5EF4-FFF2-40B4-BE49-F238E27FC236}">
                  <a16:creationId xmlns:a16="http://schemas.microsoft.com/office/drawing/2014/main" id="{69F8348A-91DD-7156-9003-E84C709FF5E7}"/>
                </a:ext>
              </a:extLst>
            </p:cNvPr>
            <p:cNvSpPr/>
            <p:nvPr/>
          </p:nvSpPr>
          <p:spPr>
            <a:xfrm>
              <a:off x="1977284" y="2087523"/>
              <a:ext cx="52104" cy="63"/>
            </a:xfrm>
            <a:custGeom>
              <a:avLst/>
              <a:gdLst/>
              <a:ahLst/>
              <a:cxnLst/>
              <a:rect l="l" t="t" r="r" b="b"/>
              <a:pathLst>
                <a:path w="828" h="1" fill="none" extrusionOk="0">
                  <a:moveTo>
                    <a:pt x="828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" name="Google Shape;601;p36">
              <a:extLst>
                <a:ext uri="{FF2B5EF4-FFF2-40B4-BE49-F238E27FC236}">
                  <a16:creationId xmlns:a16="http://schemas.microsoft.com/office/drawing/2014/main" id="{31D7EB10-46F7-DEB0-3D52-405F9A4A6857}"/>
                </a:ext>
              </a:extLst>
            </p:cNvPr>
            <p:cNvSpPr/>
            <p:nvPr/>
          </p:nvSpPr>
          <p:spPr>
            <a:xfrm>
              <a:off x="1989115" y="2227094"/>
              <a:ext cx="52104" cy="63"/>
            </a:xfrm>
            <a:custGeom>
              <a:avLst/>
              <a:gdLst/>
              <a:ahLst/>
              <a:cxnLst/>
              <a:rect l="l" t="t" r="r" b="b"/>
              <a:pathLst>
                <a:path w="828" h="1" fill="none" extrusionOk="0">
                  <a:moveTo>
                    <a:pt x="828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" name="Google Shape;602;p36">
              <a:extLst>
                <a:ext uri="{FF2B5EF4-FFF2-40B4-BE49-F238E27FC236}">
                  <a16:creationId xmlns:a16="http://schemas.microsoft.com/office/drawing/2014/main" id="{01D6B9DC-AFF5-0E68-CDAB-2BB755973276}"/>
                </a:ext>
              </a:extLst>
            </p:cNvPr>
            <p:cNvSpPr/>
            <p:nvPr/>
          </p:nvSpPr>
          <p:spPr>
            <a:xfrm>
              <a:off x="1155652" y="2609498"/>
              <a:ext cx="583590" cy="108109"/>
            </a:xfrm>
            <a:custGeom>
              <a:avLst/>
              <a:gdLst/>
              <a:ahLst/>
              <a:cxnLst/>
              <a:rect l="l" t="t" r="r" b="b"/>
              <a:pathLst>
                <a:path w="9274" h="1718" fill="none" extrusionOk="0">
                  <a:moveTo>
                    <a:pt x="1" y="1717"/>
                  </a:moveTo>
                  <a:lnTo>
                    <a:pt x="9273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" name="Google Shape;603;p36">
              <a:extLst>
                <a:ext uri="{FF2B5EF4-FFF2-40B4-BE49-F238E27FC236}">
                  <a16:creationId xmlns:a16="http://schemas.microsoft.com/office/drawing/2014/main" id="{1367FE5F-5D06-0E50-F639-1028E1B6067A}"/>
                </a:ext>
              </a:extLst>
            </p:cNvPr>
            <p:cNvSpPr/>
            <p:nvPr/>
          </p:nvSpPr>
          <p:spPr>
            <a:xfrm>
              <a:off x="1568073" y="2936716"/>
              <a:ext cx="255549" cy="52104"/>
            </a:xfrm>
            <a:custGeom>
              <a:avLst/>
              <a:gdLst/>
              <a:ahLst/>
              <a:cxnLst/>
              <a:rect l="l" t="t" r="r" b="b"/>
              <a:pathLst>
                <a:path w="4061" h="828" fill="none" extrusionOk="0">
                  <a:moveTo>
                    <a:pt x="4060" y="389"/>
                  </a:moveTo>
                  <a:cubicBezTo>
                    <a:pt x="4060" y="389"/>
                    <a:pt x="1667" y="1"/>
                    <a:pt x="0" y="82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1" name="Google Shape;604;p36">
            <a:extLst>
              <a:ext uri="{FF2B5EF4-FFF2-40B4-BE49-F238E27FC236}">
                <a16:creationId xmlns:a16="http://schemas.microsoft.com/office/drawing/2014/main" id="{80CA8273-6467-8A39-359C-CCA86D798656}"/>
              </a:ext>
            </a:extLst>
          </p:cNvPr>
          <p:cNvGrpSpPr/>
          <p:nvPr/>
        </p:nvGrpSpPr>
        <p:grpSpPr>
          <a:xfrm>
            <a:off x="483227" y="5531022"/>
            <a:ext cx="2176848" cy="301279"/>
            <a:chOff x="-51950" y="4378675"/>
            <a:chExt cx="1632636" cy="225959"/>
          </a:xfrm>
        </p:grpSpPr>
        <p:sp>
          <p:nvSpPr>
            <p:cNvPr id="52" name="Google Shape;605;p36">
              <a:extLst>
                <a:ext uri="{FF2B5EF4-FFF2-40B4-BE49-F238E27FC236}">
                  <a16:creationId xmlns:a16="http://schemas.microsoft.com/office/drawing/2014/main" id="{06A41D30-31FE-FD01-39AE-B1EB20A4CC75}"/>
                </a:ext>
              </a:extLst>
            </p:cNvPr>
            <p:cNvSpPr/>
            <p:nvPr/>
          </p:nvSpPr>
          <p:spPr>
            <a:xfrm>
              <a:off x="-51950" y="4378675"/>
              <a:ext cx="1054618" cy="191586"/>
            </a:xfrm>
            <a:custGeom>
              <a:avLst/>
              <a:gdLst/>
              <a:ahLst/>
              <a:cxnLst/>
              <a:rect l="l" t="t" r="r" b="b"/>
              <a:pathLst>
                <a:path w="15281" h="2776" extrusionOk="0">
                  <a:moveTo>
                    <a:pt x="909" y="0"/>
                  </a:moveTo>
                  <a:lnTo>
                    <a:pt x="1" y="2776"/>
                  </a:lnTo>
                  <a:lnTo>
                    <a:pt x="14372" y="2776"/>
                  </a:lnTo>
                  <a:lnTo>
                    <a:pt x="152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" name="Google Shape;606;p36">
              <a:extLst>
                <a:ext uri="{FF2B5EF4-FFF2-40B4-BE49-F238E27FC236}">
                  <a16:creationId xmlns:a16="http://schemas.microsoft.com/office/drawing/2014/main" id="{8951E579-79FB-EC4F-62E6-E9578A658017}"/>
                </a:ext>
              </a:extLst>
            </p:cNvPr>
            <p:cNvSpPr/>
            <p:nvPr/>
          </p:nvSpPr>
          <p:spPr>
            <a:xfrm>
              <a:off x="474237" y="4604566"/>
              <a:ext cx="1106448" cy="69"/>
            </a:xfrm>
            <a:custGeom>
              <a:avLst/>
              <a:gdLst/>
              <a:ahLst/>
              <a:cxnLst/>
              <a:rect l="l" t="t" r="r" b="b"/>
              <a:pathLst>
                <a:path w="16032" h="1" fill="none" extrusionOk="0">
                  <a:moveTo>
                    <a:pt x="16031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miter lim="1297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4" name="Google Shape;604;p36">
            <a:extLst>
              <a:ext uri="{FF2B5EF4-FFF2-40B4-BE49-F238E27FC236}">
                <a16:creationId xmlns:a16="http://schemas.microsoft.com/office/drawing/2014/main" id="{004575A6-964D-447A-E6CC-0CE4AD672D38}"/>
              </a:ext>
            </a:extLst>
          </p:cNvPr>
          <p:cNvGrpSpPr/>
          <p:nvPr/>
        </p:nvGrpSpPr>
        <p:grpSpPr>
          <a:xfrm>
            <a:off x="9663281" y="453343"/>
            <a:ext cx="2176848" cy="301279"/>
            <a:chOff x="-51950" y="4378675"/>
            <a:chExt cx="1632636" cy="225959"/>
          </a:xfrm>
        </p:grpSpPr>
        <p:sp>
          <p:nvSpPr>
            <p:cNvPr id="55" name="Google Shape;605;p36">
              <a:extLst>
                <a:ext uri="{FF2B5EF4-FFF2-40B4-BE49-F238E27FC236}">
                  <a16:creationId xmlns:a16="http://schemas.microsoft.com/office/drawing/2014/main" id="{CC7755A7-D770-205C-ABFD-013990A4777F}"/>
                </a:ext>
              </a:extLst>
            </p:cNvPr>
            <p:cNvSpPr/>
            <p:nvPr/>
          </p:nvSpPr>
          <p:spPr>
            <a:xfrm>
              <a:off x="-51950" y="4378675"/>
              <a:ext cx="1054618" cy="191586"/>
            </a:xfrm>
            <a:custGeom>
              <a:avLst/>
              <a:gdLst/>
              <a:ahLst/>
              <a:cxnLst/>
              <a:rect l="l" t="t" r="r" b="b"/>
              <a:pathLst>
                <a:path w="15281" h="2776" extrusionOk="0">
                  <a:moveTo>
                    <a:pt x="909" y="0"/>
                  </a:moveTo>
                  <a:lnTo>
                    <a:pt x="1" y="2776"/>
                  </a:lnTo>
                  <a:lnTo>
                    <a:pt x="14372" y="2776"/>
                  </a:lnTo>
                  <a:lnTo>
                    <a:pt x="152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" name="Google Shape;606;p36">
              <a:extLst>
                <a:ext uri="{FF2B5EF4-FFF2-40B4-BE49-F238E27FC236}">
                  <a16:creationId xmlns:a16="http://schemas.microsoft.com/office/drawing/2014/main" id="{446C0E55-1F34-0B4A-CE85-896C7957E4B8}"/>
                </a:ext>
              </a:extLst>
            </p:cNvPr>
            <p:cNvSpPr/>
            <p:nvPr/>
          </p:nvSpPr>
          <p:spPr>
            <a:xfrm>
              <a:off x="474237" y="4604566"/>
              <a:ext cx="1106448" cy="69"/>
            </a:xfrm>
            <a:custGeom>
              <a:avLst/>
              <a:gdLst/>
              <a:ahLst/>
              <a:cxnLst/>
              <a:rect l="l" t="t" r="r" b="b"/>
              <a:pathLst>
                <a:path w="16032" h="1" fill="none" extrusionOk="0">
                  <a:moveTo>
                    <a:pt x="16031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miter lim="1297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953777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18;p43">
            <a:extLst>
              <a:ext uri="{FF2B5EF4-FFF2-40B4-BE49-F238E27FC236}">
                <a16:creationId xmlns:a16="http://schemas.microsoft.com/office/drawing/2014/main" id="{FF74AB11-4927-69E2-0D4F-46C6E00E23BA}"/>
              </a:ext>
            </a:extLst>
          </p:cNvPr>
          <p:cNvSpPr txBox="1">
            <a:spLocks/>
          </p:cNvSpPr>
          <p:nvPr/>
        </p:nvSpPr>
        <p:spPr>
          <a:xfrm>
            <a:off x="2634354" y="624348"/>
            <a:ext cx="6923291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chemeClr val="dk1"/>
              </a:buClr>
              <a:buSzPts val="1100"/>
            </a:pPr>
            <a:r>
              <a:rPr lang="en-US" dirty="0"/>
              <a:t>Testing Scope &amp; Methodology</a:t>
            </a:r>
          </a:p>
        </p:txBody>
      </p:sp>
      <p:sp>
        <p:nvSpPr>
          <p:cNvPr id="3" name="Google Shape;923;p43">
            <a:extLst>
              <a:ext uri="{FF2B5EF4-FFF2-40B4-BE49-F238E27FC236}">
                <a16:creationId xmlns:a16="http://schemas.microsoft.com/office/drawing/2014/main" id="{30EDD757-2AEB-41E7-1295-FB22EF180E7B}"/>
              </a:ext>
            </a:extLst>
          </p:cNvPr>
          <p:cNvSpPr/>
          <p:nvPr/>
        </p:nvSpPr>
        <p:spPr>
          <a:xfrm>
            <a:off x="585136" y="2376113"/>
            <a:ext cx="1105733" cy="973957"/>
          </a:xfrm>
          <a:custGeom>
            <a:avLst/>
            <a:gdLst/>
            <a:ahLst/>
            <a:cxnLst/>
            <a:rect l="l" t="t" r="r" b="b"/>
            <a:pathLst>
              <a:path w="8584" h="7561" extrusionOk="0">
                <a:moveTo>
                  <a:pt x="4304" y="1"/>
                </a:moveTo>
                <a:cubicBezTo>
                  <a:pt x="3127" y="1"/>
                  <a:pt x="1966" y="547"/>
                  <a:pt x="1228" y="1573"/>
                </a:cubicBezTo>
                <a:cubicBezTo>
                  <a:pt x="0" y="3265"/>
                  <a:pt x="389" y="5633"/>
                  <a:pt x="2093" y="6849"/>
                </a:cubicBezTo>
                <a:cubicBezTo>
                  <a:pt x="2761" y="7329"/>
                  <a:pt x="3532" y="7560"/>
                  <a:pt x="4297" y="7560"/>
                </a:cubicBezTo>
                <a:cubicBezTo>
                  <a:pt x="5469" y="7560"/>
                  <a:pt x="6625" y="7015"/>
                  <a:pt x="7368" y="5984"/>
                </a:cubicBezTo>
                <a:cubicBezTo>
                  <a:pt x="8584" y="4292"/>
                  <a:pt x="8195" y="1924"/>
                  <a:pt x="6504" y="709"/>
                </a:cubicBezTo>
                <a:cubicBezTo>
                  <a:pt x="5838" y="230"/>
                  <a:pt x="5068" y="1"/>
                  <a:pt x="4304" y="1"/>
                </a:cubicBezTo>
                <a:close/>
              </a:path>
            </a:pathLst>
          </a:custGeom>
          <a:solidFill>
            <a:srgbClr val="FEDAD2">
              <a:alpha val="436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" name="Google Shape;924;p43">
            <a:extLst>
              <a:ext uri="{FF2B5EF4-FFF2-40B4-BE49-F238E27FC236}">
                <a16:creationId xmlns:a16="http://schemas.microsoft.com/office/drawing/2014/main" id="{F4FE9168-4CE0-3FDB-C57F-0BE6561A5FC8}"/>
              </a:ext>
            </a:extLst>
          </p:cNvPr>
          <p:cNvSpPr/>
          <p:nvPr/>
        </p:nvSpPr>
        <p:spPr>
          <a:xfrm>
            <a:off x="6529063" y="2376113"/>
            <a:ext cx="1105733" cy="973957"/>
          </a:xfrm>
          <a:custGeom>
            <a:avLst/>
            <a:gdLst/>
            <a:ahLst/>
            <a:cxnLst/>
            <a:rect l="l" t="t" r="r" b="b"/>
            <a:pathLst>
              <a:path w="8584" h="7561" extrusionOk="0">
                <a:moveTo>
                  <a:pt x="4304" y="1"/>
                </a:moveTo>
                <a:cubicBezTo>
                  <a:pt x="3127" y="1"/>
                  <a:pt x="1966" y="547"/>
                  <a:pt x="1228" y="1573"/>
                </a:cubicBezTo>
                <a:cubicBezTo>
                  <a:pt x="0" y="3265"/>
                  <a:pt x="389" y="5633"/>
                  <a:pt x="2093" y="6849"/>
                </a:cubicBezTo>
                <a:cubicBezTo>
                  <a:pt x="2761" y="7329"/>
                  <a:pt x="3532" y="7560"/>
                  <a:pt x="4297" y="7560"/>
                </a:cubicBezTo>
                <a:cubicBezTo>
                  <a:pt x="5469" y="7560"/>
                  <a:pt x="6625" y="7015"/>
                  <a:pt x="7368" y="5984"/>
                </a:cubicBezTo>
                <a:cubicBezTo>
                  <a:pt x="8584" y="4292"/>
                  <a:pt x="8195" y="1924"/>
                  <a:pt x="6504" y="709"/>
                </a:cubicBezTo>
                <a:cubicBezTo>
                  <a:pt x="5838" y="230"/>
                  <a:pt x="5068" y="1"/>
                  <a:pt x="4304" y="1"/>
                </a:cubicBezTo>
                <a:close/>
              </a:path>
            </a:pathLst>
          </a:custGeom>
          <a:solidFill>
            <a:srgbClr val="FEDAD2">
              <a:alpha val="436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5" name="Google Shape;925;p43">
            <a:extLst>
              <a:ext uri="{FF2B5EF4-FFF2-40B4-BE49-F238E27FC236}">
                <a16:creationId xmlns:a16="http://schemas.microsoft.com/office/drawing/2014/main" id="{562DC795-70A5-F4D6-A36D-88A05211591B}"/>
              </a:ext>
            </a:extLst>
          </p:cNvPr>
          <p:cNvGrpSpPr/>
          <p:nvPr/>
        </p:nvGrpSpPr>
        <p:grpSpPr>
          <a:xfrm>
            <a:off x="6851844" y="2557745"/>
            <a:ext cx="460171" cy="537240"/>
            <a:chOff x="1564925" y="237975"/>
            <a:chExt cx="4470575" cy="5219300"/>
          </a:xfrm>
        </p:grpSpPr>
        <p:sp>
          <p:nvSpPr>
            <p:cNvPr id="6" name="Google Shape;926;p43">
              <a:extLst>
                <a:ext uri="{FF2B5EF4-FFF2-40B4-BE49-F238E27FC236}">
                  <a16:creationId xmlns:a16="http://schemas.microsoft.com/office/drawing/2014/main" id="{7327B044-5475-3D84-F9D9-303ECD07469C}"/>
                </a:ext>
              </a:extLst>
            </p:cNvPr>
            <p:cNvSpPr/>
            <p:nvPr/>
          </p:nvSpPr>
          <p:spPr>
            <a:xfrm>
              <a:off x="2497850" y="237975"/>
              <a:ext cx="2607975" cy="2950825"/>
            </a:xfrm>
            <a:custGeom>
              <a:avLst/>
              <a:gdLst/>
              <a:ahLst/>
              <a:cxnLst/>
              <a:rect l="l" t="t" r="r" b="b"/>
              <a:pathLst>
                <a:path w="104319" h="118033" extrusionOk="0">
                  <a:moveTo>
                    <a:pt x="52100" y="0"/>
                  </a:moveTo>
                  <a:cubicBezTo>
                    <a:pt x="23327" y="0"/>
                    <a:pt x="1" y="23294"/>
                    <a:pt x="1" y="52035"/>
                  </a:cubicBezTo>
                  <a:cubicBezTo>
                    <a:pt x="1" y="77087"/>
                    <a:pt x="17713" y="98029"/>
                    <a:pt x="41330" y="102987"/>
                  </a:cubicBezTo>
                  <a:cubicBezTo>
                    <a:pt x="41656" y="103052"/>
                    <a:pt x="41950" y="103248"/>
                    <a:pt x="42113" y="103541"/>
                  </a:cubicBezTo>
                  <a:lnTo>
                    <a:pt x="51018" y="117470"/>
                  </a:lnTo>
                  <a:cubicBezTo>
                    <a:pt x="51279" y="117845"/>
                    <a:pt x="51687" y="118033"/>
                    <a:pt x="52095" y="118033"/>
                  </a:cubicBezTo>
                  <a:cubicBezTo>
                    <a:pt x="52502" y="118033"/>
                    <a:pt x="52910" y="117845"/>
                    <a:pt x="53171" y="117470"/>
                  </a:cubicBezTo>
                  <a:lnTo>
                    <a:pt x="62044" y="103541"/>
                  </a:lnTo>
                  <a:cubicBezTo>
                    <a:pt x="62239" y="103248"/>
                    <a:pt x="62533" y="103052"/>
                    <a:pt x="62859" y="102987"/>
                  </a:cubicBezTo>
                  <a:cubicBezTo>
                    <a:pt x="86541" y="97996"/>
                    <a:pt x="104319" y="76956"/>
                    <a:pt x="104188" y="51774"/>
                  </a:cubicBezTo>
                  <a:cubicBezTo>
                    <a:pt x="104025" y="23558"/>
                    <a:pt x="81094" y="430"/>
                    <a:pt x="52877" y="6"/>
                  </a:cubicBezTo>
                  <a:cubicBezTo>
                    <a:pt x="52618" y="2"/>
                    <a:pt x="52359" y="0"/>
                    <a:pt x="52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Google Shape;927;p43">
              <a:extLst>
                <a:ext uri="{FF2B5EF4-FFF2-40B4-BE49-F238E27FC236}">
                  <a16:creationId xmlns:a16="http://schemas.microsoft.com/office/drawing/2014/main" id="{9696E8A9-3AE2-B70E-48A7-68F9F16A2A2D}"/>
                </a:ext>
              </a:extLst>
            </p:cNvPr>
            <p:cNvSpPr/>
            <p:nvPr/>
          </p:nvSpPr>
          <p:spPr>
            <a:xfrm>
              <a:off x="3642000" y="238000"/>
              <a:ext cx="1463825" cy="2950800"/>
            </a:xfrm>
            <a:custGeom>
              <a:avLst/>
              <a:gdLst/>
              <a:ahLst/>
              <a:cxnLst/>
              <a:rect l="l" t="t" r="r" b="b"/>
              <a:pathLst>
                <a:path w="58553" h="118032" extrusionOk="0">
                  <a:moveTo>
                    <a:pt x="6389" y="0"/>
                  </a:moveTo>
                  <a:cubicBezTo>
                    <a:pt x="4228" y="0"/>
                    <a:pt x="2114" y="132"/>
                    <a:pt x="0" y="396"/>
                  </a:cubicBezTo>
                  <a:cubicBezTo>
                    <a:pt x="25640" y="3495"/>
                    <a:pt x="45668" y="25416"/>
                    <a:pt x="45799" y="51740"/>
                  </a:cubicBezTo>
                  <a:cubicBezTo>
                    <a:pt x="45962" y="76923"/>
                    <a:pt x="28184" y="97995"/>
                    <a:pt x="4502" y="102986"/>
                  </a:cubicBezTo>
                  <a:cubicBezTo>
                    <a:pt x="4176" y="103051"/>
                    <a:pt x="3882" y="103247"/>
                    <a:pt x="3686" y="103540"/>
                  </a:cubicBezTo>
                  <a:lnTo>
                    <a:pt x="33" y="109249"/>
                  </a:lnTo>
                  <a:lnTo>
                    <a:pt x="5252" y="117469"/>
                  </a:lnTo>
                  <a:cubicBezTo>
                    <a:pt x="5513" y="117844"/>
                    <a:pt x="5921" y="118032"/>
                    <a:pt x="6329" y="118032"/>
                  </a:cubicBezTo>
                  <a:cubicBezTo>
                    <a:pt x="6736" y="118032"/>
                    <a:pt x="7144" y="117844"/>
                    <a:pt x="7405" y="117469"/>
                  </a:cubicBezTo>
                  <a:lnTo>
                    <a:pt x="16278" y="103540"/>
                  </a:lnTo>
                  <a:cubicBezTo>
                    <a:pt x="16473" y="103247"/>
                    <a:pt x="16767" y="103051"/>
                    <a:pt x="17093" y="102986"/>
                  </a:cubicBezTo>
                  <a:cubicBezTo>
                    <a:pt x="40775" y="97995"/>
                    <a:pt x="58553" y="76923"/>
                    <a:pt x="58422" y="51740"/>
                  </a:cubicBezTo>
                  <a:cubicBezTo>
                    <a:pt x="58259" y="23557"/>
                    <a:pt x="35328" y="429"/>
                    <a:pt x="7111" y="5"/>
                  </a:cubicBezTo>
                  <a:cubicBezTo>
                    <a:pt x="6870" y="2"/>
                    <a:pt x="6629" y="0"/>
                    <a:pt x="6389" y="0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Google Shape;928;p43">
              <a:extLst>
                <a:ext uri="{FF2B5EF4-FFF2-40B4-BE49-F238E27FC236}">
                  <a16:creationId xmlns:a16="http://schemas.microsoft.com/office/drawing/2014/main" id="{CAF1AB45-7905-49CB-0D94-7475EB29D2AC}"/>
                </a:ext>
              </a:extLst>
            </p:cNvPr>
            <p:cNvSpPr/>
            <p:nvPr/>
          </p:nvSpPr>
          <p:spPr>
            <a:xfrm>
              <a:off x="3723550" y="2103975"/>
              <a:ext cx="153325" cy="153325"/>
            </a:xfrm>
            <a:custGeom>
              <a:avLst/>
              <a:gdLst/>
              <a:ahLst/>
              <a:cxnLst/>
              <a:rect l="l" t="t" r="r" b="b"/>
              <a:pathLst>
                <a:path w="6133" h="6133" extrusionOk="0">
                  <a:moveTo>
                    <a:pt x="3067" y="0"/>
                  </a:moveTo>
                  <a:cubicBezTo>
                    <a:pt x="1370" y="0"/>
                    <a:pt x="0" y="1370"/>
                    <a:pt x="0" y="3067"/>
                  </a:cubicBezTo>
                  <a:cubicBezTo>
                    <a:pt x="0" y="4763"/>
                    <a:pt x="1370" y="6133"/>
                    <a:pt x="3067" y="6133"/>
                  </a:cubicBezTo>
                  <a:cubicBezTo>
                    <a:pt x="4763" y="6133"/>
                    <a:pt x="6133" y="4763"/>
                    <a:pt x="6133" y="3067"/>
                  </a:cubicBezTo>
                  <a:cubicBezTo>
                    <a:pt x="6133" y="1370"/>
                    <a:pt x="4763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Google Shape;929;p43">
              <a:extLst>
                <a:ext uri="{FF2B5EF4-FFF2-40B4-BE49-F238E27FC236}">
                  <a16:creationId xmlns:a16="http://schemas.microsoft.com/office/drawing/2014/main" id="{A4D3ACB4-BFD5-B7EF-57D3-F3662C435A89}"/>
                </a:ext>
              </a:extLst>
            </p:cNvPr>
            <p:cNvSpPr/>
            <p:nvPr/>
          </p:nvSpPr>
          <p:spPr>
            <a:xfrm>
              <a:off x="3389200" y="767300"/>
              <a:ext cx="827750" cy="1172775"/>
            </a:xfrm>
            <a:custGeom>
              <a:avLst/>
              <a:gdLst/>
              <a:ahLst/>
              <a:cxnLst/>
              <a:rect l="l" t="t" r="r" b="b"/>
              <a:pathLst>
                <a:path w="33110" h="46911" extrusionOk="0">
                  <a:moveTo>
                    <a:pt x="16439" y="0"/>
                  </a:moveTo>
                  <a:cubicBezTo>
                    <a:pt x="8262" y="0"/>
                    <a:pt x="1290" y="6016"/>
                    <a:pt x="131" y="14160"/>
                  </a:cubicBezTo>
                  <a:cubicBezTo>
                    <a:pt x="33" y="14911"/>
                    <a:pt x="0" y="15693"/>
                    <a:pt x="0" y="16444"/>
                  </a:cubicBezTo>
                  <a:cubicBezTo>
                    <a:pt x="0" y="18140"/>
                    <a:pt x="1370" y="19510"/>
                    <a:pt x="3034" y="19510"/>
                  </a:cubicBezTo>
                  <a:cubicBezTo>
                    <a:pt x="4730" y="19510"/>
                    <a:pt x="6100" y="18140"/>
                    <a:pt x="6100" y="16444"/>
                  </a:cubicBezTo>
                  <a:cubicBezTo>
                    <a:pt x="6100" y="15954"/>
                    <a:pt x="6133" y="15465"/>
                    <a:pt x="6198" y="15008"/>
                  </a:cubicBezTo>
                  <a:cubicBezTo>
                    <a:pt x="6907" y="9887"/>
                    <a:pt x="11305" y="6101"/>
                    <a:pt x="16472" y="6101"/>
                  </a:cubicBezTo>
                  <a:cubicBezTo>
                    <a:pt x="16537" y="6101"/>
                    <a:pt x="16603" y="6102"/>
                    <a:pt x="16669" y="6103"/>
                  </a:cubicBezTo>
                  <a:cubicBezTo>
                    <a:pt x="22051" y="6234"/>
                    <a:pt x="26487" y="10507"/>
                    <a:pt x="26748" y="15889"/>
                  </a:cubicBezTo>
                  <a:cubicBezTo>
                    <a:pt x="26912" y="18760"/>
                    <a:pt x="25900" y="21500"/>
                    <a:pt x="23943" y="23555"/>
                  </a:cubicBezTo>
                  <a:cubicBezTo>
                    <a:pt x="21953" y="25643"/>
                    <a:pt x="19311" y="26784"/>
                    <a:pt x="16441" y="26784"/>
                  </a:cubicBezTo>
                  <a:cubicBezTo>
                    <a:pt x="14744" y="26784"/>
                    <a:pt x="13374" y="28154"/>
                    <a:pt x="13374" y="29850"/>
                  </a:cubicBezTo>
                  <a:lnTo>
                    <a:pt x="13374" y="43844"/>
                  </a:lnTo>
                  <a:cubicBezTo>
                    <a:pt x="13374" y="45541"/>
                    <a:pt x="14744" y="46911"/>
                    <a:pt x="16441" y="46911"/>
                  </a:cubicBezTo>
                  <a:cubicBezTo>
                    <a:pt x="18137" y="46911"/>
                    <a:pt x="19507" y="45541"/>
                    <a:pt x="19507" y="43844"/>
                  </a:cubicBezTo>
                  <a:lnTo>
                    <a:pt x="19507" y="32623"/>
                  </a:lnTo>
                  <a:cubicBezTo>
                    <a:pt x="22867" y="32003"/>
                    <a:pt x="25933" y="30307"/>
                    <a:pt x="28379" y="27763"/>
                  </a:cubicBezTo>
                  <a:cubicBezTo>
                    <a:pt x="31511" y="24468"/>
                    <a:pt x="33109" y="20130"/>
                    <a:pt x="32881" y="15563"/>
                  </a:cubicBezTo>
                  <a:cubicBezTo>
                    <a:pt x="32424" y="7017"/>
                    <a:pt x="25346" y="166"/>
                    <a:pt x="16767" y="3"/>
                  </a:cubicBezTo>
                  <a:cubicBezTo>
                    <a:pt x="16657" y="1"/>
                    <a:pt x="16548" y="0"/>
                    <a:pt x="164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Google Shape;930;p43">
              <a:extLst>
                <a:ext uri="{FF2B5EF4-FFF2-40B4-BE49-F238E27FC236}">
                  <a16:creationId xmlns:a16="http://schemas.microsoft.com/office/drawing/2014/main" id="{5AF0F1CE-FB84-ADF0-930E-9C3F1BB85584}"/>
                </a:ext>
              </a:extLst>
            </p:cNvPr>
            <p:cNvSpPr/>
            <p:nvPr/>
          </p:nvSpPr>
          <p:spPr>
            <a:xfrm>
              <a:off x="1564925" y="3451775"/>
              <a:ext cx="2086875" cy="2005500"/>
            </a:xfrm>
            <a:custGeom>
              <a:avLst/>
              <a:gdLst/>
              <a:ahLst/>
              <a:cxnLst/>
              <a:rect l="l" t="t" r="r" b="b"/>
              <a:pathLst>
                <a:path w="83475" h="80220" extrusionOk="0">
                  <a:moveTo>
                    <a:pt x="67860" y="1"/>
                  </a:moveTo>
                  <a:cubicBezTo>
                    <a:pt x="64231" y="1"/>
                    <a:pt x="60256" y="1043"/>
                    <a:pt x="56270" y="3989"/>
                  </a:cubicBezTo>
                  <a:cubicBezTo>
                    <a:pt x="50235" y="8457"/>
                    <a:pt x="44364" y="13970"/>
                    <a:pt x="43418" y="21375"/>
                  </a:cubicBezTo>
                  <a:cubicBezTo>
                    <a:pt x="41193" y="20284"/>
                    <a:pt x="38781" y="19680"/>
                    <a:pt x="36310" y="19680"/>
                  </a:cubicBezTo>
                  <a:cubicBezTo>
                    <a:pt x="33238" y="19680"/>
                    <a:pt x="30076" y="20615"/>
                    <a:pt x="27075" y="22712"/>
                  </a:cubicBezTo>
                  <a:cubicBezTo>
                    <a:pt x="22443" y="25974"/>
                    <a:pt x="18920" y="33509"/>
                    <a:pt x="20225" y="38990"/>
                  </a:cubicBezTo>
                  <a:cubicBezTo>
                    <a:pt x="20205" y="38989"/>
                    <a:pt x="20186" y="38989"/>
                    <a:pt x="20166" y="38989"/>
                  </a:cubicBezTo>
                  <a:cubicBezTo>
                    <a:pt x="16551" y="38989"/>
                    <a:pt x="5857" y="41948"/>
                    <a:pt x="3165" y="51907"/>
                  </a:cubicBezTo>
                  <a:cubicBezTo>
                    <a:pt x="1" y="63520"/>
                    <a:pt x="5318" y="73338"/>
                    <a:pt x="15952" y="77677"/>
                  </a:cubicBezTo>
                  <a:cubicBezTo>
                    <a:pt x="19780" y="79239"/>
                    <a:pt x="23899" y="80220"/>
                    <a:pt x="28043" y="80220"/>
                  </a:cubicBezTo>
                  <a:cubicBezTo>
                    <a:pt x="29090" y="80220"/>
                    <a:pt x="30139" y="80157"/>
                    <a:pt x="31185" y="80025"/>
                  </a:cubicBezTo>
                  <a:cubicBezTo>
                    <a:pt x="34904" y="79536"/>
                    <a:pt x="38492" y="78297"/>
                    <a:pt x="42211" y="77807"/>
                  </a:cubicBezTo>
                  <a:cubicBezTo>
                    <a:pt x="44200" y="77543"/>
                    <a:pt x="46522" y="77431"/>
                    <a:pt x="49032" y="77431"/>
                  </a:cubicBezTo>
                  <a:cubicBezTo>
                    <a:pt x="54878" y="77431"/>
                    <a:pt x="61747" y="78036"/>
                    <a:pt x="67817" y="78721"/>
                  </a:cubicBezTo>
                  <a:cubicBezTo>
                    <a:pt x="68378" y="78786"/>
                    <a:pt x="68935" y="78818"/>
                    <a:pt x="69484" y="78818"/>
                  </a:cubicBezTo>
                  <a:cubicBezTo>
                    <a:pt x="77117" y="78818"/>
                    <a:pt x="83475" y="72645"/>
                    <a:pt x="83475" y="64825"/>
                  </a:cubicBezTo>
                  <a:lnTo>
                    <a:pt x="83475" y="13546"/>
                  </a:lnTo>
                  <a:cubicBezTo>
                    <a:pt x="83475" y="7903"/>
                    <a:pt x="79887" y="2879"/>
                    <a:pt x="74504" y="1118"/>
                  </a:cubicBezTo>
                  <a:cubicBezTo>
                    <a:pt x="72505" y="456"/>
                    <a:pt x="70258" y="1"/>
                    <a:pt x="678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Google Shape;931;p43">
              <a:extLst>
                <a:ext uri="{FF2B5EF4-FFF2-40B4-BE49-F238E27FC236}">
                  <a16:creationId xmlns:a16="http://schemas.microsoft.com/office/drawing/2014/main" id="{69B6B16F-0647-1F4F-8A21-85D8DCFB345F}"/>
                </a:ext>
              </a:extLst>
            </p:cNvPr>
            <p:cNvSpPr/>
            <p:nvPr/>
          </p:nvSpPr>
          <p:spPr>
            <a:xfrm>
              <a:off x="3099700" y="3451700"/>
              <a:ext cx="552100" cy="1970550"/>
            </a:xfrm>
            <a:custGeom>
              <a:avLst/>
              <a:gdLst/>
              <a:ahLst/>
              <a:cxnLst/>
              <a:rect l="l" t="t" r="r" b="b"/>
              <a:pathLst>
                <a:path w="22084" h="78822" extrusionOk="0">
                  <a:moveTo>
                    <a:pt x="6475" y="1"/>
                  </a:moveTo>
                  <a:cubicBezTo>
                    <a:pt x="4509" y="1"/>
                    <a:pt x="2441" y="307"/>
                    <a:pt x="326" y="1056"/>
                  </a:cubicBezTo>
                  <a:cubicBezTo>
                    <a:pt x="392" y="1056"/>
                    <a:pt x="457" y="1088"/>
                    <a:pt x="522" y="1121"/>
                  </a:cubicBezTo>
                  <a:cubicBezTo>
                    <a:pt x="5872" y="2882"/>
                    <a:pt x="9460" y="7939"/>
                    <a:pt x="9460" y="13549"/>
                  </a:cubicBezTo>
                  <a:lnTo>
                    <a:pt x="9460" y="64828"/>
                  </a:lnTo>
                  <a:cubicBezTo>
                    <a:pt x="9460" y="71025"/>
                    <a:pt x="5448" y="76212"/>
                    <a:pt x="0" y="78071"/>
                  </a:cubicBezTo>
                  <a:cubicBezTo>
                    <a:pt x="2186" y="78267"/>
                    <a:pt x="4371" y="78495"/>
                    <a:pt x="6426" y="78724"/>
                  </a:cubicBezTo>
                  <a:cubicBezTo>
                    <a:pt x="6987" y="78789"/>
                    <a:pt x="7544" y="78821"/>
                    <a:pt x="8093" y="78821"/>
                  </a:cubicBezTo>
                  <a:cubicBezTo>
                    <a:pt x="15726" y="78821"/>
                    <a:pt x="22084" y="72648"/>
                    <a:pt x="22084" y="64828"/>
                  </a:cubicBezTo>
                  <a:lnTo>
                    <a:pt x="22084" y="13549"/>
                  </a:lnTo>
                  <a:cubicBezTo>
                    <a:pt x="22084" y="7906"/>
                    <a:pt x="18496" y="2882"/>
                    <a:pt x="13113" y="1121"/>
                  </a:cubicBezTo>
                  <a:cubicBezTo>
                    <a:pt x="11122" y="457"/>
                    <a:pt x="8875" y="1"/>
                    <a:pt x="6475" y="1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Google Shape;932;p43">
              <a:extLst>
                <a:ext uri="{FF2B5EF4-FFF2-40B4-BE49-F238E27FC236}">
                  <a16:creationId xmlns:a16="http://schemas.microsoft.com/office/drawing/2014/main" id="{0CD471B9-EF5B-9629-507E-78799F92B3EA}"/>
                </a:ext>
              </a:extLst>
            </p:cNvPr>
            <p:cNvSpPr/>
            <p:nvPr/>
          </p:nvSpPr>
          <p:spPr>
            <a:xfrm>
              <a:off x="3948625" y="3451775"/>
              <a:ext cx="2086875" cy="2005500"/>
            </a:xfrm>
            <a:custGeom>
              <a:avLst/>
              <a:gdLst/>
              <a:ahLst/>
              <a:cxnLst/>
              <a:rect l="l" t="t" r="r" b="b"/>
              <a:pathLst>
                <a:path w="83475" h="80220" extrusionOk="0">
                  <a:moveTo>
                    <a:pt x="15616" y="1"/>
                  </a:moveTo>
                  <a:cubicBezTo>
                    <a:pt x="13217" y="1"/>
                    <a:pt x="10970" y="456"/>
                    <a:pt x="8971" y="1118"/>
                  </a:cubicBezTo>
                  <a:cubicBezTo>
                    <a:pt x="3589" y="2879"/>
                    <a:pt x="0" y="7903"/>
                    <a:pt x="0" y="13546"/>
                  </a:cubicBezTo>
                  <a:lnTo>
                    <a:pt x="0" y="64825"/>
                  </a:lnTo>
                  <a:cubicBezTo>
                    <a:pt x="0" y="72645"/>
                    <a:pt x="6358" y="78818"/>
                    <a:pt x="13964" y="78818"/>
                  </a:cubicBezTo>
                  <a:cubicBezTo>
                    <a:pt x="14512" y="78818"/>
                    <a:pt x="15066" y="78786"/>
                    <a:pt x="15625" y="78721"/>
                  </a:cubicBezTo>
                  <a:cubicBezTo>
                    <a:pt x="21696" y="78036"/>
                    <a:pt x="28580" y="77431"/>
                    <a:pt x="34436" y="77431"/>
                  </a:cubicBezTo>
                  <a:cubicBezTo>
                    <a:pt x="36951" y="77431"/>
                    <a:pt x="39275" y="77543"/>
                    <a:pt x="41265" y="77807"/>
                  </a:cubicBezTo>
                  <a:cubicBezTo>
                    <a:pt x="44983" y="78297"/>
                    <a:pt x="48571" y="79536"/>
                    <a:pt x="52290" y="80025"/>
                  </a:cubicBezTo>
                  <a:cubicBezTo>
                    <a:pt x="53336" y="80157"/>
                    <a:pt x="54385" y="80220"/>
                    <a:pt x="55432" y="80220"/>
                  </a:cubicBezTo>
                  <a:cubicBezTo>
                    <a:pt x="59577" y="80220"/>
                    <a:pt x="63696" y="79239"/>
                    <a:pt x="67524" y="77677"/>
                  </a:cubicBezTo>
                  <a:cubicBezTo>
                    <a:pt x="78125" y="73338"/>
                    <a:pt x="83475" y="63520"/>
                    <a:pt x="80310" y="51907"/>
                  </a:cubicBezTo>
                  <a:cubicBezTo>
                    <a:pt x="77618" y="41948"/>
                    <a:pt x="66924" y="38989"/>
                    <a:pt x="63309" y="38989"/>
                  </a:cubicBezTo>
                  <a:cubicBezTo>
                    <a:pt x="63289" y="38989"/>
                    <a:pt x="63270" y="38989"/>
                    <a:pt x="63250" y="38990"/>
                  </a:cubicBezTo>
                  <a:cubicBezTo>
                    <a:pt x="64555" y="33509"/>
                    <a:pt x="61032" y="25974"/>
                    <a:pt x="56400" y="22712"/>
                  </a:cubicBezTo>
                  <a:cubicBezTo>
                    <a:pt x="53399" y="20615"/>
                    <a:pt x="50227" y="19680"/>
                    <a:pt x="47151" y="19680"/>
                  </a:cubicBezTo>
                  <a:cubicBezTo>
                    <a:pt x="44678" y="19680"/>
                    <a:pt x="42267" y="20284"/>
                    <a:pt x="40058" y="21375"/>
                  </a:cubicBezTo>
                  <a:cubicBezTo>
                    <a:pt x="39112" y="13970"/>
                    <a:pt x="33240" y="8457"/>
                    <a:pt x="27205" y="3989"/>
                  </a:cubicBezTo>
                  <a:cubicBezTo>
                    <a:pt x="23219" y="1043"/>
                    <a:pt x="19244" y="1"/>
                    <a:pt x="156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Google Shape;933;p43">
              <a:extLst>
                <a:ext uri="{FF2B5EF4-FFF2-40B4-BE49-F238E27FC236}">
                  <a16:creationId xmlns:a16="http://schemas.microsoft.com/office/drawing/2014/main" id="{DF0360A9-E2DA-0BC8-046A-ECA85723CB22}"/>
                </a:ext>
              </a:extLst>
            </p:cNvPr>
            <p:cNvSpPr/>
            <p:nvPr/>
          </p:nvSpPr>
          <p:spPr>
            <a:xfrm>
              <a:off x="4176950" y="3451525"/>
              <a:ext cx="770675" cy="517500"/>
            </a:xfrm>
            <a:custGeom>
              <a:avLst/>
              <a:gdLst/>
              <a:ahLst/>
              <a:cxnLst/>
              <a:rect l="l" t="t" r="r" b="b"/>
              <a:pathLst>
                <a:path w="30827" h="20700" extrusionOk="0">
                  <a:moveTo>
                    <a:pt x="6441" y="0"/>
                  </a:moveTo>
                  <a:cubicBezTo>
                    <a:pt x="4121" y="0"/>
                    <a:pt x="1945" y="428"/>
                    <a:pt x="1" y="1063"/>
                  </a:cubicBezTo>
                  <a:cubicBezTo>
                    <a:pt x="1795" y="1683"/>
                    <a:pt x="3622" y="2628"/>
                    <a:pt x="5448" y="3999"/>
                  </a:cubicBezTo>
                  <a:cubicBezTo>
                    <a:pt x="10505" y="7717"/>
                    <a:pt x="15430" y="12186"/>
                    <a:pt x="17485" y="17895"/>
                  </a:cubicBezTo>
                  <a:cubicBezTo>
                    <a:pt x="18004" y="19368"/>
                    <a:pt x="19390" y="20248"/>
                    <a:pt x="20879" y="20248"/>
                  </a:cubicBezTo>
                  <a:cubicBezTo>
                    <a:pt x="21170" y="20248"/>
                    <a:pt x="21465" y="20215"/>
                    <a:pt x="21758" y="20145"/>
                  </a:cubicBezTo>
                  <a:cubicBezTo>
                    <a:pt x="22940" y="19853"/>
                    <a:pt x="24155" y="19702"/>
                    <a:pt x="25386" y="19702"/>
                  </a:cubicBezTo>
                  <a:cubicBezTo>
                    <a:pt x="27180" y="19702"/>
                    <a:pt x="29009" y="20023"/>
                    <a:pt x="30827" y="20700"/>
                  </a:cubicBezTo>
                  <a:cubicBezTo>
                    <a:pt x="29620" y="13621"/>
                    <a:pt x="23911" y="8304"/>
                    <a:pt x="18072" y="3999"/>
                  </a:cubicBezTo>
                  <a:cubicBezTo>
                    <a:pt x="14069" y="1051"/>
                    <a:pt x="10078" y="0"/>
                    <a:pt x="6441" y="0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Google Shape;934;p43">
              <a:extLst>
                <a:ext uri="{FF2B5EF4-FFF2-40B4-BE49-F238E27FC236}">
                  <a16:creationId xmlns:a16="http://schemas.microsoft.com/office/drawing/2014/main" id="{14E31811-008F-A4E4-5D6F-F87025EDBE8D}"/>
                </a:ext>
              </a:extLst>
            </p:cNvPr>
            <p:cNvSpPr/>
            <p:nvPr/>
          </p:nvSpPr>
          <p:spPr>
            <a:xfrm>
              <a:off x="4968800" y="3944175"/>
              <a:ext cx="1066700" cy="1513100"/>
            </a:xfrm>
            <a:custGeom>
              <a:avLst/>
              <a:gdLst/>
              <a:ahLst/>
              <a:cxnLst/>
              <a:rect l="l" t="t" r="r" b="b"/>
              <a:pathLst>
                <a:path w="42668" h="60524" extrusionOk="0">
                  <a:moveTo>
                    <a:pt x="6377" y="0"/>
                  </a:moveTo>
                  <a:cubicBezTo>
                    <a:pt x="4175" y="0"/>
                    <a:pt x="2020" y="480"/>
                    <a:pt x="1" y="1353"/>
                  </a:cubicBezTo>
                  <a:cubicBezTo>
                    <a:pt x="1012" y="1777"/>
                    <a:pt x="2023" y="2331"/>
                    <a:pt x="3002" y="3016"/>
                  </a:cubicBezTo>
                  <a:cubicBezTo>
                    <a:pt x="6623" y="5561"/>
                    <a:pt x="9558" y="10715"/>
                    <a:pt x="10048" y="15477"/>
                  </a:cubicBezTo>
                  <a:cubicBezTo>
                    <a:pt x="10243" y="17532"/>
                    <a:pt x="11646" y="19326"/>
                    <a:pt x="13669" y="19913"/>
                  </a:cubicBezTo>
                  <a:cubicBezTo>
                    <a:pt x="18333" y="21186"/>
                    <a:pt x="24890" y="24741"/>
                    <a:pt x="26912" y="32211"/>
                  </a:cubicBezTo>
                  <a:cubicBezTo>
                    <a:pt x="30044" y="43824"/>
                    <a:pt x="24727" y="53642"/>
                    <a:pt x="14125" y="57981"/>
                  </a:cubicBezTo>
                  <a:cubicBezTo>
                    <a:pt x="12266" y="58731"/>
                    <a:pt x="10374" y="59351"/>
                    <a:pt x="8417" y="59775"/>
                  </a:cubicBezTo>
                  <a:cubicBezTo>
                    <a:pt x="9428" y="60003"/>
                    <a:pt x="10472" y="60199"/>
                    <a:pt x="11483" y="60329"/>
                  </a:cubicBezTo>
                  <a:cubicBezTo>
                    <a:pt x="12529" y="60461"/>
                    <a:pt x="13578" y="60524"/>
                    <a:pt x="14625" y="60524"/>
                  </a:cubicBezTo>
                  <a:cubicBezTo>
                    <a:pt x="18770" y="60524"/>
                    <a:pt x="22889" y="59543"/>
                    <a:pt x="26717" y="57981"/>
                  </a:cubicBezTo>
                  <a:cubicBezTo>
                    <a:pt x="37318" y="53642"/>
                    <a:pt x="42668" y="43824"/>
                    <a:pt x="39503" y="32211"/>
                  </a:cubicBezTo>
                  <a:cubicBezTo>
                    <a:pt x="36811" y="22252"/>
                    <a:pt x="26117" y="19293"/>
                    <a:pt x="22502" y="19293"/>
                  </a:cubicBezTo>
                  <a:cubicBezTo>
                    <a:pt x="22482" y="19293"/>
                    <a:pt x="22463" y="19293"/>
                    <a:pt x="22443" y="19294"/>
                  </a:cubicBezTo>
                  <a:cubicBezTo>
                    <a:pt x="23748" y="13813"/>
                    <a:pt x="20225" y="6278"/>
                    <a:pt x="15593" y="3016"/>
                  </a:cubicBezTo>
                  <a:cubicBezTo>
                    <a:pt x="12594" y="929"/>
                    <a:pt x="9441" y="0"/>
                    <a:pt x="6377" y="0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Google Shape;935;p43">
              <a:extLst>
                <a:ext uri="{FF2B5EF4-FFF2-40B4-BE49-F238E27FC236}">
                  <a16:creationId xmlns:a16="http://schemas.microsoft.com/office/drawing/2014/main" id="{227692A7-E21C-B4D0-8AA2-D3C174F7B031}"/>
                </a:ext>
              </a:extLst>
            </p:cNvPr>
            <p:cNvSpPr/>
            <p:nvPr/>
          </p:nvSpPr>
          <p:spPr>
            <a:xfrm>
              <a:off x="2947200" y="3937225"/>
              <a:ext cx="704600" cy="559425"/>
            </a:xfrm>
            <a:custGeom>
              <a:avLst/>
              <a:gdLst/>
              <a:ahLst/>
              <a:cxnLst/>
              <a:rect l="l" t="t" r="r" b="b"/>
              <a:pathLst>
                <a:path w="28184" h="22377" extrusionOk="0">
                  <a:moveTo>
                    <a:pt x="25288" y="0"/>
                  </a:moveTo>
                  <a:cubicBezTo>
                    <a:pt x="24000" y="0"/>
                    <a:pt x="22631" y="107"/>
                    <a:pt x="21170" y="326"/>
                  </a:cubicBezTo>
                  <a:cubicBezTo>
                    <a:pt x="15429" y="1141"/>
                    <a:pt x="10471" y="3164"/>
                    <a:pt x="6818" y="6100"/>
                  </a:cubicBezTo>
                  <a:cubicBezTo>
                    <a:pt x="2349" y="9720"/>
                    <a:pt x="0" y="14809"/>
                    <a:pt x="522" y="19637"/>
                  </a:cubicBezTo>
                  <a:cubicBezTo>
                    <a:pt x="685" y="21203"/>
                    <a:pt x="2023" y="22377"/>
                    <a:pt x="3556" y="22377"/>
                  </a:cubicBezTo>
                  <a:lnTo>
                    <a:pt x="3882" y="22377"/>
                  </a:lnTo>
                  <a:cubicBezTo>
                    <a:pt x="5578" y="22181"/>
                    <a:pt x="6785" y="20681"/>
                    <a:pt x="6622" y="18984"/>
                  </a:cubicBezTo>
                  <a:cubicBezTo>
                    <a:pt x="6328" y="16244"/>
                    <a:pt x="7862" y="13146"/>
                    <a:pt x="10667" y="10862"/>
                  </a:cubicBezTo>
                  <a:cubicBezTo>
                    <a:pt x="13472" y="8611"/>
                    <a:pt x="17419" y="7046"/>
                    <a:pt x="22051" y="6361"/>
                  </a:cubicBezTo>
                  <a:cubicBezTo>
                    <a:pt x="23229" y="6201"/>
                    <a:pt x="24322" y="6120"/>
                    <a:pt x="25326" y="6120"/>
                  </a:cubicBezTo>
                  <a:cubicBezTo>
                    <a:pt x="26378" y="6120"/>
                    <a:pt x="27332" y="6210"/>
                    <a:pt x="28184" y="6393"/>
                  </a:cubicBezTo>
                  <a:lnTo>
                    <a:pt x="28184" y="195"/>
                  </a:lnTo>
                  <a:cubicBezTo>
                    <a:pt x="27265" y="66"/>
                    <a:pt x="26301" y="0"/>
                    <a:pt x="25288" y="0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" name="Google Shape;936;p43">
              <a:extLst>
                <a:ext uri="{FF2B5EF4-FFF2-40B4-BE49-F238E27FC236}">
                  <a16:creationId xmlns:a16="http://schemas.microsoft.com/office/drawing/2014/main" id="{963805F7-85DE-BAF7-1A59-8F28018AD3BB}"/>
                </a:ext>
              </a:extLst>
            </p:cNvPr>
            <p:cNvSpPr/>
            <p:nvPr/>
          </p:nvSpPr>
          <p:spPr>
            <a:xfrm>
              <a:off x="2134150" y="4012225"/>
              <a:ext cx="514600" cy="580675"/>
            </a:xfrm>
            <a:custGeom>
              <a:avLst/>
              <a:gdLst/>
              <a:ahLst/>
              <a:cxnLst/>
              <a:rect l="l" t="t" r="r" b="b"/>
              <a:pathLst>
                <a:path w="20584" h="23227" extrusionOk="0">
                  <a:moveTo>
                    <a:pt x="4763" y="1"/>
                  </a:moveTo>
                  <a:cubicBezTo>
                    <a:pt x="4600" y="99"/>
                    <a:pt x="4436" y="196"/>
                    <a:pt x="4306" y="294"/>
                  </a:cubicBezTo>
                  <a:cubicBezTo>
                    <a:pt x="2675" y="1436"/>
                    <a:pt x="1175" y="3100"/>
                    <a:pt x="0" y="5024"/>
                  </a:cubicBezTo>
                  <a:cubicBezTo>
                    <a:pt x="3034" y="13081"/>
                    <a:pt x="8808" y="19703"/>
                    <a:pt x="15756" y="22932"/>
                  </a:cubicBezTo>
                  <a:lnTo>
                    <a:pt x="15821" y="22965"/>
                  </a:lnTo>
                  <a:cubicBezTo>
                    <a:pt x="16212" y="23161"/>
                    <a:pt x="16669" y="23226"/>
                    <a:pt x="17093" y="23226"/>
                  </a:cubicBezTo>
                  <a:cubicBezTo>
                    <a:pt x="18267" y="23226"/>
                    <a:pt x="19344" y="22606"/>
                    <a:pt x="19866" y="21465"/>
                  </a:cubicBezTo>
                  <a:cubicBezTo>
                    <a:pt x="20583" y="19964"/>
                    <a:pt x="19931" y="18137"/>
                    <a:pt x="18398" y="17420"/>
                  </a:cubicBezTo>
                  <a:lnTo>
                    <a:pt x="18333" y="17387"/>
                  </a:lnTo>
                  <a:cubicBezTo>
                    <a:pt x="12004" y="14451"/>
                    <a:pt x="6916" y="7862"/>
                    <a:pt x="4763" y="1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" name="Google Shape;937;p43">
              <a:extLst>
                <a:ext uri="{FF2B5EF4-FFF2-40B4-BE49-F238E27FC236}">
                  <a16:creationId xmlns:a16="http://schemas.microsoft.com/office/drawing/2014/main" id="{0F20C1E9-B505-BB51-A1BB-BFF6C89395D2}"/>
                </a:ext>
              </a:extLst>
            </p:cNvPr>
            <p:cNvSpPr/>
            <p:nvPr/>
          </p:nvSpPr>
          <p:spPr>
            <a:xfrm>
              <a:off x="1618750" y="4717475"/>
              <a:ext cx="897875" cy="444625"/>
            </a:xfrm>
            <a:custGeom>
              <a:avLst/>
              <a:gdLst/>
              <a:ahLst/>
              <a:cxnLst/>
              <a:rect l="l" t="t" r="r" b="b"/>
              <a:pathLst>
                <a:path w="35915" h="17785" extrusionOk="0">
                  <a:moveTo>
                    <a:pt x="14655" y="0"/>
                  </a:moveTo>
                  <a:cubicBezTo>
                    <a:pt x="14415" y="0"/>
                    <a:pt x="14173" y="2"/>
                    <a:pt x="13929" y="7"/>
                  </a:cubicBezTo>
                  <a:cubicBezTo>
                    <a:pt x="9460" y="40"/>
                    <a:pt x="4959" y="822"/>
                    <a:pt x="751" y="2225"/>
                  </a:cubicBezTo>
                  <a:cubicBezTo>
                    <a:pt x="196" y="4574"/>
                    <a:pt x="0" y="6824"/>
                    <a:pt x="131" y="8977"/>
                  </a:cubicBezTo>
                  <a:cubicBezTo>
                    <a:pt x="4469" y="7151"/>
                    <a:pt x="9232" y="6172"/>
                    <a:pt x="14027" y="6107"/>
                  </a:cubicBezTo>
                  <a:cubicBezTo>
                    <a:pt x="14200" y="6104"/>
                    <a:pt x="14371" y="6103"/>
                    <a:pt x="14541" y="6103"/>
                  </a:cubicBezTo>
                  <a:cubicBezTo>
                    <a:pt x="18617" y="6103"/>
                    <a:pt x="22000" y="6851"/>
                    <a:pt x="24661" y="8260"/>
                  </a:cubicBezTo>
                  <a:cubicBezTo>
                    <a:pt x="27564" y="9825"/>
                    <a:pt x="29521" y="12435"/>
                    <a:pt x="29685" y="14914"/>
                  </a:cubicBezTo>
                  <a:cubicBezTo>
                    <a:pt x="29815" y="16545"/>
                    <a:pt x="31152" y="17785"/>
                    <a:pt x="32751" y="17785"/>
                  </a:cubicBezTo>
                  <a:cubicBezTo>
                    <a:pt x="32816" y="17785"/>
                    <a:pt x="32881" y="17752"/>
                    <a:pt x="32946" y="17752"/>
                  </a:cubicBezTo>
                  <a:cubicBezTo>
                    <a:pt x="34643" y="17654"/>
                    <a:pt x="35915" y="16186"/>
                    <a:pt x="35817" y="14523"/>
                  </a:cubicBezTo>
                  <a:cubicBezTo>
                    <a:pt x="35491" y="9923"/>
                    <a:pt x="32327" y="5454"/>
                    <a:pt x="27564" y="2877"/>
                  </a:cubicBezTo>
                  <a:cubicBezTo>
                    <a:pt x="24046" y="978"/>
                    <a:pt x="19696" y="0"/>
                    <a:pt x="14655" y="0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938;p43">
              <a:extLst>
                <a:ext uri="{FF2B5EF4-FFF2-40B4-BE49-F238E27FC236}">
                  <a16:creationId xmlns:a16="http://schemas.microsoft.com/office/drawing/2014/main" id="{26B20094-08FF-36C7-41C2-1E491667B352}"/>
                </a:ext>
              </a:extLst>
            </p:cNvPr>
            <p:cNvSpPr/>
            <p:nvPr/>
          </p:nvSpPr>
          <p:spPr>
            <a:xfrm>
              <a:off x="2696025" y="4547150"/>
              <a:ext cx="700525" cy="842475"/>
            </a:xfrm>
            <a:custGeom>
              <a:avLst/>
              <a:gdLst/>
              <a:ahLst/>
              <a:cxnLst/>
              <a:rect l="l" t="t" r="r" b="b"/>
              <a:pathLst>
                <a:path w="28021" h="33699" extrusionOk="0">
                  <a:moveTo>
                    <a:pt x="24584" y="1"/>
                  </a:moveTo>
                  <a:cubicBezTo>
                    <a:pt x="23266" y="1"/>
                    <a:pt x="22060" y="855"/>
                    <a:pt x="21660" y="2188"/>
                  </a:cubicBezTo>
                  <a:cubicBezTo>
                    <a:pt x="21007" y="4308"/>
                    <a:pt x="19833" y="6363"/>
                    <a:pt x="18137" y="8255"/>
                  </a:cubicBezTo>
                  <a:cubicBezTo>
                    <a:pt x="16571" y="9951"/>
                    <a:pt x="14777" y="11387"/>
                    <a:pt x="12852" y="12920"/>
                  </a:cubicBezTo>
                  <a:cubicBezTo>
                    <a:pt x="10732" y="14616"/>
                    <a:pt x="8514" y="16378"/>
                    <a:pt x="6589" y="18596"/>
                  </a:cubicBezTo>
                  <a:cubicBezTo>
                    <a:pt x="3001" y="22706"/>
                    <a:pt x="685" y="28023"/>
                    <a:pt x="0" y="33699"/>
                  </a:cubicBezTo>
                  <a:cubicBezTo>
                    <a:pt x="1200" y="33637"/>
                    <a:pt x="2478" y="33614"/>
                    <a:pt x="3810" y="33614"/>
                  </a:cubicBezTo>
                  <a:cubicBezTo>
                    <a:pt x="4579" y="33614"/>
                    <a:pt x="5365" y="33622"/>
                    <a:pt x="6165" y="33633"/>
                  </a:cubicBezTo>
                  <a:cubicBezTo>
                    <a:pt x="6818" y="29523"/>
                    <a:pt x="8612" y="25576"/>
                    <a:pt x="11189" y="22608"/>
                  </a:cubicBezTo>
                  <a:cubicBezTo>
                    <a:pt x="12787" y="20814"/>
                    <a:pt x="14647" y="19313"/>
                    <a:pt x="16669" y="17715"/>
                  </a:cubicBezTo>
                  <a:cubicBezTo>
                    <a:pt x="18691" y="16084"/>
                    <a:pt x="20779" y="14420"/>
                    <a:pt x="22671" y="12333"/>
                  </a:cubicBezTo>
                  <a:cubicBezTo>
                    <a:pt x="24987" y="9756"/>
                    <a:pt x="26618" y="6950"/>
                    <a:pt x="27531" y="3949"/>
                  </a:cubicBezTo>
                  <a:cubicBezTo>
                    <a:pt x="28021" y="2318"/>
                    <a:pt x="27107" y="622"/>
                    <a:pt x="25476" y="133"/>
                  </a:cubicBezTo>
                  <a:cubicBezTo>
                    <a:pt x="25179" y="44"/>
                    <a:pt x="24879" y="1"/>
                    <a:pt x="24584" y="1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939;p43">
              <a:extLst>
                <a:ext uri="{FF2B5EF4-FFF2-40B4-BE49-F238E27FC236}">
                  <a16:creationId xmlns:a16="http://schemas.microsoft.com/office/drawing/2014/main" id="{3CC25F9B-1E07-E420-3F07-0593107D5BC7}"/>
                </a:ext>
              </a:extLst>
            </p:cNvPr>
            <p:cNvSpPr/>
            <p:nvPr/>
          </p:nvSpPr>
          <p:spPr>
            <a:xfrm>
              <a:off x="3948625" y="3937200"/>
              <a:ext cx="703800" cy="559450"/>
            </a:xfrm>
            <a:custGeom>
              <a:avLst/>
              <a:gdLst/>
              <a:ahLst/>
              <a:cxnLst/>
              <a:rect l="l" t="t" r="r" b="b"/>
              <a:pathLst>
                <a:path w="28152" h="22378" extrusionOk="0">
                  <a:moveTo>
                    <a:pt x="3297" y="0"/>
                  </a:moveTo>
                  <a:cubicBezTo>
                    <a:pt x="2131" y="0"/>
                    <a:pt x="1032" y="90"/>
                    <a:pt x="0" y="262"/>
                  </a:cubicBezTo>
                  <a:lnTo>
                    <a:pt x="0" y="6525"/>
                  </a:lnTo>
                  <a:cubicBezTo>
                    <a:pt x="958" y="6248"/>
                    <a:pt x="2062" y="6107"/>
                    <a:pt x="3311" y="6107"/>
                  </a:cubicBezTo>
                  <a:cubicBezTo>
                    <a:pt x="4274" y="6107"/>
                    <a:pt x="5323" y="6191"/>
                    <a:pt x="6459" y="6362"/>
                  </a:cubicBezTo>
                  <a:cubicBezTo>
                    <a:pt x="10993" y="7047"/>
                    <a:pt x="14842" y="8580"/>
                    <a:pt x="17582" y="10863"/>
                  </a:cubicBezTo>
                  <a:cubicBezTo>
                    <a:pt x="20323" y="13114"/>
                    <a:pt x="21856" y="16245"/>
                    <a:pt x="21562" y="19018"/>
                  </a:cubicBezTo>
                  <a:cubicBezTo>
                    <a:pt x="21399" y="20682"/>
                    <a:pt x="22606" y="22182"/>
                    <a:pt x="24302" y="22378"/>
                  </a:cubicBezTo>
                  <a:lnTo>
                    <a:pt x="24628" y="22378"/>
                  </a:lnTo>
                  <a:cubicBezTo>
                    <a:pt x="26162" y="22378"/>
                    <a:pt x="27499" y="21204"/>
                    <a:pt x="27662" y="19638"/>
                  </a:cubicBezTo>
                  <a:cubicBezTo>
                    <a:pt x="28151" y="14810"/>
                    <a:pt x="25835" y="9754"/>
                    <a:pt x="21464" y="6133"/>
                  </a:cubicBezTo>
                  <a:cubicBezTo>
                    <a:pt x="17876" y="3165"/>
                    <a:pt x="12983" y="1142"/>
                    <a:pt x="7340" y="327"/>
                  </a:cubicBezTo>
                  <a:cubicBezTo>
                    <a:pt x="5913" y="106"/>
                    <a:pt x="4565" y="0"/>
                    <a:pt x="3297" y="0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Google Shape;940;p43">
              <a:extLst>
                <a:ext uri="{FF2B5EF4-FFF2-40B4-BE49-F238E27FC236}">
                  <a16:creationId xmlns:a16="http://schemas.microsoft.com/office/drawing/2014/main" id="{A90E901C-5E47-4EEB-4566-476E6F5F8E08}"/>
                </a:ext>
              </a:extLst>
            </p:cNvPr>
            <p:cNvSpPr/>
            <p:nvPr/>
          </p:nvSpPr>
          <p:spPr>
            <a:xfrm>
              <a:off x="4952500" y="4044850"/>
              <a:ext cx="543950" cy="548050"/>
            </a:xfrm>
            <a:custGeom>
              <a:avLst/>
              <a:gdLst/>
              <a:ahLst/>
              <a:cxnLst/>
              <a:rect l="l" t="t" r="r" b="b"/>
              <a:pathLst>
                <a:path w="21758" h="21922" extrusionOk="0">
                  <a:moveTo>
                    <a:pt x="17517" y="1"/>
                  </a:moveTo>
                  <a:cubicBezTo>
                    <a:pt x="15397" y="7177"/>
                    <a:pt x="9656" y="13277"/>
                    <a:pt x="2447" y="15984"/>
                  </a:cubicBezTo>
                  <a:lnTo>
                    <a:pt x="2349" y="16017"/>
                  </a:lnTo>
                  <a:cubicBezTo>
                    <a:pt x="783" y="16604"/>
                    <a:pt x="0" y="18366"/>
                    <a:pt x="588" y="19964"/>
                  </a:cubicBezTo>
                  <a:cubicBezTo>
                    <a:pt x="1044" y="21171"/>
                    <a:pt x="2219" y="21921"/>
                    <a:pt x="3458" y="21921"/>
                  </a:cubicBezTo>
                  <a:cubicBezTo>
                    <a:pt x="3817" y="21921"/>
                    <a:pt x="4176" y="21856"/>
                    <a:pt x="4535" y="21725"/>
                  </a:cubicBezTo>
                  <a:lnTo>
                    <a:pt x="4600" y="21725"/>
                  </a:lnTo>
                  <a:cubicBezTo>
                    <a:pt x="12135" y="18887"/>
                    <a:pt x="18365" y="13048"/>
                    <a:pt x="21758" y="5937"/>
                  </a:cubicBezTo>
                  <a:cubicBezTo>
                    <a:pt x="20714" y="3654"/>
                    <a:pt x="19214" y="1534"/>
                    <a:pt x="17517" y="1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" name="Google Shape;941;p43">
              <a:extLst>
                <a:ext uri="{FF2B5EF4-FFF2-40B4-BE49-F238E27FC236}">
                  <a16:creationId xmlns:a16="http://schemas.microsoft.com/office/drawing/2014/main" id="{7400E227-C232-309A-03E7-2BEF048391F8}"/>
                </a:ext>
              </a:extLst>
            </p:cNvPr>
            <p:cNvSpPr/>
            <p:nvPr/>
          </p:nvSpPr>
          <p:spPr>
            <a:xfrm>
              <a:off x="5095200" y="4717550"/>
              <a:ext cx="884025" cy="443750"/>
            </a:xfrm>
            <a:custGeom>
              <a:avLst/>
              <a:gdLst/>
              <a:ahLst/>
              <a:cxnLst/>
              <a:rect l="l" t="t" r="r" b="b"/>
              <a:pathLst>
                <a:path w="35361" h="17750" extrusionOk="0">
                  <a:moveTo>
                    <a:pt x="23162" y="1"/>
                  </a:moveTo>
                  <a:cubicBezTo>
                    <a:pt x="17656" y="1"/>
                    <a:pt x="12889" y="948"/>
                    <a:pt x="9069" y="2842"/>
                  </a:cubicBezTo>
                  <a:cubicBezTo>
                    <a:pt x="3883" y="5386"/>
                    <a:pt x="458" y="9855"/>
                    <a:pt x="99" y="14487"/>
                  </a:cubicBezTo>
                  <a:cubicBezTo>
                    <a:pt x="1" y="16183"/>
                    <a:pt x="1273" y="17619"/>
                    <a:pt x="2937" y="17749"/>
                  </a:cubicBezTo>
                  <a:lnTo>
                    <a:pt x="3165" y="17749"/>
                  </a:lnTo>
                  <a:cubicBezTo>
                    <a:pt x="4763" y="17749"/>
                    <a:pt x="6101" y="16542"/>
                    <a:pt x="6199" y="14944"/>
                  </a:cubicBezTo>
                  <a:cubicBezTo>
                    <a:pt x="6394" y="12497"/>
                    <a:pt x="8580" y="9888"/>
                    <a:pt x="11777" y="8322"/>
                  </a:cubicBezTo>
                  <a:cubicBezTo>
                    <a:pt x="14752" y="6850"/>
                    <a:pt x="18538" y="6100"/>
                    <a:pt x="23050" y="6100"/>
                  </a:cubicBezTo>
                  <a:cubicBezTo>
                    <a:pt x="23238" y="6100"/>
                    <a:pt x="23427" y="6101"/>
                    <a:pt x="23618" y="6104"/>
                  </a:cubicBezTo>
                  <a:cubicBezTo>
                    <a:pt x="27597" y="6169"/>
                    <a:pt x="31610" y="6724"/>
                    <a:pt x="35361" y="7800"/>
                  </a:cubicBezTo>
                  <a:cubicBezTo>
                    <a:pt x="35361" y="5712"/>
                    <a:pt x="35067" y="3527"/>
                    <a:pt x="34447" y="1276"/>
                  </a:cubicBezTo>
                  <a:cubicBezTo>
                    <a:pt x="30957" y="461"/>
                    <a:pt x="27336" y="37"/>
                    <a:pt x="23716" y="4"/>
                  </a:cubicBezTo>
                  <a:cubicBezTo>
                    <a:pt x="23530" y="2"/>
                    <a:pt x="23346" y="1"/>
                    <a:pt x="23162" y="1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" name="Google Shape;942;p43">
              <a:extLst>
                <a:ext uri="{FF2B5EF4-FFF2-40B4-BE49-F238E27FC236}">
                  <a16:creationId xmlns:a16="http://schemas.microsoft.com/office/drawing/2014/main" id="{824416AB-7E20-F0A3-0057-6290F475E7AB}"/>
                </a:ext>
              </a:extLst>
            </p:cNvPr>
            <p:cNvSpPr/>
            <p:nvPr/>
          </p:nvSpPr>
          <p:spPr>
            <a:xfrm>
              <a:off x="4203875" y="4547150"/>
              <a:ext cx="700525" cy="842475"/>
            </a:xfrm>
            <a:custGeom>
              <a:avLst/>
              <a:gdLst/>
              <a:ahLst/>
              <a:cxnLst/>
              <a:rect l="l" t="t" r="r" b="b"/>
              <a:pathLst>
                <a:path w="28021" h="33699" extrusionOk="0">
                  <a:moveTo>
                    <a:pt x="3425" y="1"/>
                  </a:moveTo>
                  <a:cubicBezTo>
                    <a:pt x="3133" y="1"/>
                    <a:pt x="2837" y="44"/>
                    <a:pt x="2545" y="133"/>
                  </a:cubicBezTo>
                  <a:cubicBezTo>
                    <a:pt x="914" y="622"/>
                    <a:pt x="0" y="2318"/>
                    <a:pt x="490" y="3949"/>
                  </a:cubicBezTo>
                  <a:cubicBezTo>
                    <a:pt x="1403" y="6950"/>
                    <a:pt x="3034" y="9756"/>
                    <a:pt x="5350" y="12333"/>
                  </a:cubicBezTo>
                  <a:cubicBezTo>
                    <a:pt x="7242" y="14420"/>
                    <a:pt x="9330" y="16084"/>
                    <a:pt x="11352" y="17715"/>
                  </a:cubicBezTo>
                  <a:cubicBezTo>
                    <a:pt x="13342" y="19313"/>
                    <a:pt x="15234" y="20814"/>
                    <a:pt x="16832" y="22608"/>
                  </a:cubicBezTo>
                  <a:cubicBezTo>
                    <a:pt x="19409" y="25576"/>
                    <a:pt x="21171" y="29523"/>
                    <a:pt x="21856" y="33633"/>
                  </a:cubicBezTo>
                  <a:cubicBezTo>
                    <a:pt x="22656" y="33622"/>
                    <a:pt x="23443" y="33614"/>
                    <a:pt x="24211" y="33614"/>
                  </a:cubicBezTo>
                  <a:cubicBezTo>
                    <a:pt x="25543" y="33614"/>
                    <a:pt x="26821" y="33637"/>
                    <a:pt x="28021" y="33699"/>
                  </a:cubicBezTo>
                  <a:cubicBezTo>
                    <a:pt x="27336" y="28023"/>
                    <a:pt x="25020" y="22706"/>
                    <a:pt x="21432" y="18596"/>
                  </a:cubicBezTo>
                  <a:cubicBezTo>
                    <a:pt x="19474" y="16378"/>
                    <a:pt x="17289" y="14616"/>
                    <a:pt x="15169" y="12920"/>
                  </a:cubicBezTo>
                  <a:cubicBezTo>
                    <a:pt x="13244" y="11387"/>
                    <a:pt x="11450" y="9951"/>
                    <a:pt x="9884" y="8255"/>
                  </a:cubicBezTo>
                  <a:cubicBezTo>
                    <a:pt x="8188" y="6363"/>
                    <a:pt x="7014" y="4308"/>
                    <a:pt x="6361" y="2188"/>
                  </a:cubicBezTo>
                  <a:cubicBezTo>
                    <a:pt x="5961" y="855"/>
                    <a:pt x="4733" y="1"/>
                    <a:pt x="3425" y="1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3" name="Google Shape;943;p43">
            <a:extLst>
              <a:ext uri="{FF2B5EF4-FFF2-40B4-BE49-F238E27FC236}">
                <a16:creationId xmlns:a16="http://schemas.microsoft.com/office/drawing/2014/main" id="{E31222B2-F4CB-42BB-D5A5-DF3F55C248C6}"/>
              </a:ext>
            </a:extLst>
          </p:cNvPr>
          <p:cNvGrpSpPr/>
          <p:nvPr/>
        </p:nvGrpSpPr>
        <p:grpSpPr>
          <a:xfrm>
            <a:off x="869388" y="2620735"/>
            <a:ext cx="537229" cy="537232"/>
            <a:chOff x="1190625" y="238125"/>
            <a:chExt cx="5219200" cy="5219225"/>
          </a:xfrm>
        </p:grpSpPr>
        <p:sp>
          <p:nvSpPr>
            <p:cNvPr id="24" name="Google Shape;944;p43">
              <a:extLst>
                <a:ext uri="{FF2B5EF4-FFF2-40B4-BE49-F238E27FC236}">
                  <a16:creationId xmlns:a16="http://schemas.microsoft.com/office/drawing/2014/main" id="{58123E7D-2108-FB81-E54B-FA8F4A5F3BEA}"/>
                </a:ext>
              </a:extLst>
            </p:cNvPr>
            <p:cNvSpPr/>
            <p:nvPr/>
          </p:nvSpPr>
          <p:spPr>
            <a:xfrm>
              <a:off x="1190625" y="238125"/>
              <a:ext cx="2415525" cy="1931925"/>
            </a:xfrm>
            <a:custGeom>
              <a:avLst/>
              <a:gdLst/>
              <a:ahLst/>
              <a:cxnLst/>
              <a:rect l="l" t="t" r="r" b="b"/>
              <a:pathLst>
                <a:path w="96621" h="77277" extrusionOk="0">
                  <a:moveTo>
                    <a:pt x="10862" y="0"/>
                  </a:moveTo>
                  <a:cubicBezTo>
                    <a:pt x="4860" y="0"/>
                    <a:pt x="0" y="4860"/>
                    <a:pt x="0" y="10862"/>
                  </a:cubicBezTo>
                  <a:lnTo>
                    <a:pt x="0" y="66414"/>
                  </a:lnTo>
                  <a:cubicBezTo>
                    <a:pt x="0" y="72416"/>
                    <a:pt x="4860" y="77276"/>
                    <a:pt x="10862" y="77276"/>
                  </a:cubicBezTo>
                  <a:lnTo>
                    <a:pt x="85758" y="77276"/>
                  </a:lnTo>
                  <a:cubicBezTo>
                    <a:pt x="91760" y="77276"/>
                    <a:pt x="96620" y="72416"/>
                    <a:pt x="96620" y="66414"/>
                  </a:cubicBezTo>
                  <a:lnTo>
                    <a:pt x="96620" y="10862"/>
                  </a:lnTo>
                  <a:cubicBezTo>
                    <a:pt x="96620" y="4860"/>
                    <a:pt x="91760" y="0"/>
                    <a:pt x="85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" name="Google Shape;945;p43">
              <a:extLst>
                <a:ext uri="{FF2B5EF4-FFF2-40B4-BE49-F238E27FC236}">
                  <a16:creationId xmlns:a16="http://schemas.microsoft.com/office/drawing/2014/main" id="{C10A6B08-3784-513C-E1FE-1BF02FE29B2E}"/>
                </a:ext>
              </a:extLst>
            </p:cNvPr>
            <p:cNvSpPr/>
            <p:nvPr/>
          </p:nvSpPr>
          <p:spPr>
            <a:xfrm>
              <a:off x="3019775" y="238125"/>
              <a:ext cx="586375" cy="1931925"/>
            </a:xfrm>
            <a:custGeom>
              <a:avLst/>
              <a:gdLst/>
              <a:ahLst/>
              <a:cxnLst/>
              <a:rect l="l" t="t" r="r" b="b"/>
              <a:pathLst>
                <a:path w="23455" h="77277" extrusionOk="0">
                  <a:moveTo>
                    <a:pt x="0" y="0"/>
                  </a:moveTo>
                  <a:cubicBezTo>
                    <a:pt x="5970" y="0"/>
                    <a:pt x="10830" y="4860"/>
                    <a:pt x="10830" y="10862"/>
                  </a:cubicBezTo>
                  <a:lnTo>
                    <a:pt x="10830" y="66414"/>
                  </a:lnTo>
                  <a:cubicBezTo>
                    <a:pt x="10830" y="72416"/>
                    <a:pt x="5970" y="77276"/>
                    <a:pt x="0" y="77276"/>
                  </a:cubicBezTo>
                  <a:lnTo>
                    <a:pt x="12592" y="77276"/>
                  </a:lnTo>
                  <a:cubicBezTo>
                    <a:pt x="18594" y="77276"/>
                    <a:pt x="23454" y="72416"/>
                    <a:pt x="23454" y="66414"/>
                  </a:cubicBezTo>
                  <a:lnTo>
                    <a:pt x="23454" y="10862"/>
                  </a:lnTo>
                  <a:cubicBezTo>
                    <a:pt x="23454" y="4860"/>
                    <a:pt x="18594" y="0"/>
                    <a:pt x="12592" y="0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" name="Google Shape;946;p43">
              <a:extLst>
                <a:ext uri="{FF2B5EF4-FFF2-40B4-BE49-F238E27FC236}">
                  <a16:creationId xmlns:a16="http://schemas.microsoft.com/office/drawing/2014/main" id="{B5AE0BDC-FCDB-AD95-0018-37FC59BC0882}"/>
                </a:ext>
              </a:extLst>
            </p:cNvPr>
            <p:cNvSpPr/>
            <p:nvPr/>
          </p:nvSpPr>
          <p:spPr>
            <a:xfrm>
              <a:off x="3994300" y="238125"/>
              <a:ext cx="2415525" cy="1931925"/>
            </a:xfrm>
            <a:custGeom>
              <a:avLst/>
              <a:gdLst/>
              <a:ahLst/>
              <a:cxnLst/>
              <a:rect l="l" t="t" r="r" b="b"/>
              <a:pathLst>
                <a:path w="96621" h="77277" extrusionOk="0">
                  <a:moveTo>
                    <a:pt x="10863" y="0"/>
                  </a:moveTo>
                  <a:cubicBezTo>
                    <a:pt x="4860" y="0"/>
                    <a:pt x="0" y="4860"/>
                    <a:pt x="0" y="10862"/>
                  </a:cubicBezTo>
                  <a:lnTo>
                    <a:pt x="0" y="66414"/>
                  </a:lnTo>
                  <a:cubicBezTo>
                    <a:pt x="0" y="72416"/>
                    <a:pt x="4860" y="77276"/>
                    <a:pt x="10863" y="77276"/>
                  </a:cubicBezTo>
                  <a:lnTo>
                    <a:pt x="85758" y="77276"/>
                  </a:lnTo>
                  <a:cubicBezTo>
                    <a:pt x="91760" y="77276"/>
                    <a:pt x="96620" y="72416"/>
                    <a:pt x="96620" y="66414"/>
                  </a:cubicBezTo>
                  <a:lnTo>
                    <a:pt x="96620" y="10862"/>
                  </a:lnTo>
                  <a:cubicBezTo>
                    <a:pt x="96620" y="4860"/>
                    <a:pt x="91760" y="0"/>
                    <a:pt x="85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" name="Google Shape;947;p43">
              <a:extLst>
                <a:ext uri="{FF2B5EF4-FFF2-40B4-BE49-F238E27FC236}">
                  <a16:creationId xmlns:a16="http://schemas.microsoft.com/office/drawing/2014/main" id="{A8818193-5F96-1994-AF97-2AB35F9FA7BD}"/>
                </a:ext>
              </a:extLst>
            </p:cNvPr>
            <p:cNvSpPr/>
            <p:nvPr/>
          </p:nvSpPr>
          <p:spPr>
            <a:xfrm>
              <a:off x="5823450" y="238125"/>
              <a:ext cx="586375" cy="1931925"/>
            </a:xfrm>
            <a:custGeom>
              <a:avLst/>
              <a:gdLst/>
              <a:ahLst/>
              <a:cxnLst/>
              <a:rect l="l" t="t" r="r" b="b"/>
              <a:pathLst>
                <a:path w="23455" h="77277" extrusionOk="0">
                  <a:moveTo>
                    <a:pt x="0" y="0"/>
                  </a:moveTo>
                  <a:cubicBezTo>
                    <a:pt x="6003" y="0"/>
                    <a:pt x="10863" y="4860"/>
                    <a:pt x="10863" y="10862"/>
                  </a:cubicBezTo>
                  <a:lnTo>
                    <a:pt x="10863" y="66414"/>
                  </a:lnTo>
                  <a:cubicBezTo>
                    <a:pt x="10863" y="72416"/>
                    <a:pt x="6003" y="77276"/>
                    <a:pt x="0" y="77276"/>
                  </a:cubicBezTo>
                  <a:lnTo>
                    <a:pt x="12592" y="77276"/>
                  </a:lnTo>
                  <a:cubicBezTo>
                    <a:pt x="18594" y="77276"/>
                    <a:pt x="23454" y="72416"/>
                    <a:pt x="23454" y="66414"/>
                  </a:cubicBezTo>
                  <a:lnTo>
                    <a:pt x="23454" y="10862"/>
                  </a:lnTo>
                  <a:cubicBezTo>
                    <a:pt x="23454" y="4860"/>
                    <a:pt x="18594" y="0"/>
                    <a:pt x="12592" y="0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" name="Google Shape;948;p43">
              <a:extLst>
                <a:ext uri="{FF2B5EF4-FFF2-40B4-BE49-F238E27FC236}">
                  <a16:creationId xmlns:a16="http://schemas.microsoft.com/office/drawing/2014/main" id="{4D8A8DBD-A3EB-A23C-8AEA-FD3FC25F7B69}"/>
                </a:ext>
              </a:extLst>
            </p:cNvPr>
            <p:cNvSpPr/>
            <p:nvPr/>
          </p:nvSpPr>
          <p:spPr>
            <a:xfrm>
              <a:off x="2836275" y="1768425"/>
              <a:ext cx="2753150" cy="3080000"/>
            </a:xfrm>
            <a:custGeom>
              <a:avLst/>
              <a:gdLst/>
              <a:ahLst/>
              <a:cxnLst/>
              <a:rect l="l" t="t" r="r" b="b"/>
              <a:pathLst>
                <a:path w="110126" h="123200" extrusionOk="0">
                  <a:moveTo>
                    <a:pt x="11365" y="1"/>
                  </a:moveTo>
                  <a:cubicBezTo>
                    <a:pt x="10423" y="1"/>
                    <a:pt x="9465" y="132"/>
                    <a:pt x="8515" y="407"/>
                  </a:cubicBezTo>
                  <a:cubicBezTo>
                    <a:pt x="3132" y="1973"/>
                    <a:pt x="1" y="7616"/>
                    <a:pt x="1567" y="13031"/>
                  </a:cubicBezTo>
                  <a:lnTo>
                    <a:pt x="15039" y="59514"/>
                  </a:lnTo>
                  <a:cubicBezTo>
                    <a:pt x="10602" y="63363"/>
                    <a:pt x="6068" y="67310"/>
                    <a:pt x="3915" y="69300"/>
                  </a:cubicBezTo>
                  <a:cubicBezTo>
                    <a:pt x="2121" y="70931"/>
                    <a:pt x="1436" y="73410"/>
                    <a:pt x="2154" y="75726"/>
                  </a:cubicBezTo>
                  <a:lnTo>
                    <a:pt x="7406" y="92884"/>
                  </a:lnTo>
                  <a:cubicBezTo>
                    <a:pt x="9298" y="99115"/>
                    <a:pt x="13147" y="104595"/>
                    <a:pt x="18398" y="108477"/>
                  </a:cubicBezTo>
                  <a:cubicBezTo>
                    <a:pt x="18398" y="108477"/>
                    <a:pt x="34453" y="123200"/>
                    <a:pt x="49684" y="123200"/>
                  </a:cubicBezTo>
                  <a:cubicBezTo>
                    <a:pt x="51644" y="123200"/>
                    <a:pt x="53590" y="122956"/>
                    <a:pt x="55487" y="122405"/>
                  </a:cubicBezTo>
                  <a:lnTo>
                    <a:pt x="89640" y="112521"/>
                  </a:lnTo>
                  <a:cubicBezTo>
                    <a:pt x="102623" y="108737"/>
                    <a:pt x="110126" y="95135"/>
                    <a:pt x="106342" y="82152"/>
                  </a:cubicBezTo>
                  <a:lnTo>
                    <a:pt x="95969" y="46336"/>
                  </a:lnTo>
                  <a:lnTo>
                    <a:pt x="92185" y="33288"/>
                  </a:lnTo>
                  <a:cubicBezTo>
                    <a:pt x="90894" y="28824"/>
                    <a:pt x="86832" y="25934"/>
                    <a:pt x="82429" y="25934"/>
                  </a:cubicBezTo>
                  <a:cubicBezTo>
                    <a:pt x="81492" y="25934"/>
                    <a:pt x="80538" y="26065"/>
                    <a:pt x="79593" y="26340"/>
                  </a:cubicBezTo>
                  <a:cubicBezTo>
                    <a:pt x="74178" y="27905"/>
                    <a:pt x="71080" y="33549"/>
                    <a:pt x="72645" y="38931"/>
                  </a:cubicBezTo>
                  <a:lnTo>
                    <a:pt x="71145" y="33777"/>
                  </a:lnTo>
                  <a:cubicBezTo>
                    <a:pt x="69854" y="29313"/>
                    <a:pt x="65792" y="26423"/>
                    <a:pt x="61389" y="26423"/>
                  </a:cubicBezTo>
                  <a:cubicBezTo>
                    <a:pt x="60452" y="26423"/>
                    <a:pt x="59499" y="26554"/>
                    <a:pt x="58554" y="26829"/>
                  </a:cubicBezTo>
                  <a:cubicBezTo>
                    <a:pt x="53237" y="28362"/>
                    <a:pt x="50138" y="33842"/>
                    <a:pt x="51540" y="39159"/>
                  </a:cubicBezTo>
                  <a:lnTo>
                    <a:pt x="50529" y="35669"/>
                  </a:lnTo>
                  <a:cubicBezTo>
                    <a:pt x="49237" y="31226"/>
                    <a:pt x="45166" y="28317"/>
                    <a:pt x="40740" y="28317"/>
                  </a:cubicBezTo>
                  <a:cubicBezTo>
                    <a:pt x="39803" y="28317"/>
                    <a:pt x="38851" y="28448"/>
                    <a:pt x="37905" y="28721"/>
                  </a:cubicBezTo>
                  <a:cubicBezTo>
                    <a:pt x="32523" y="30287"/>
                    <a:pt x="29424" y="35930"/>
                    <a:pt x="30957" y="41312"/>
                  </a:cubicBezTo>
                  <a:lnTo>
                    <a:pt x="21139" y="7355"/>
                  </a:lnTo>
                  <a:cubicBezTo>
                    <a:pt x="19848" y="2891"/>
                    <a:pt x="15786" y="1"/>
                    <a:pt x="11365" y="1"/>
                  </a:cubicBez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" name="Google Shape;949;p43">
              <a:extLst>
                <a:ext uri="{FF2B5EF4-FFF2-40B4-BE49-F238E27FC236}">
                  <a16:creationId xmlns:a16="http://schemas.microsoft.com/office/drawing/2014/main" id="{ED8F363A-3966-8397-BC93-F57D06DAB393}"/>
                </a:ext>
              </a:extLst>
            </p:cNvPr>
            <p:cNvSpPr/>
            <p:nvPr/>
          </p:nvSpPr>
          <p:spPr>
            <a:xfrm>
              <a:off x="3029550" y="3256275"/>
              <a:ext cx="307250" cy="451075"/>
            </a:xfrm>
            <a:custGeom>
              <a:avLst/>
              <a:gdLst/>
              <a:ahLst/>
              <a:cxnLst/>
              <a:rect l="l" t="t" r="r" b="b"/>
              <a:pathLst>
                <a:path w="12290" h="18043" extrusionOk="0">
                  <a:moveTo>
                    <a:pt x="7308" y="0"/>
                  </a:moveTo>
                  <a:lnTo>
                    <a:pt x="1" y="6361"/>
                  </a:lnTo>
                  <a:cubicBezTo>
                    <a:pt x="2806" y="16049"/>
                    <a:pt x="7927" y="17811"/>
                    <a:pt x="10667" y="18039"/>
                  </a:cubicBezTo>
                  <a:cubicBezTo>
                    <a:pt x="10701" y="18041"/>
                    <a:pt x="10734" y="18042"/>
                    <a:pt x="10766" y="18042"/>
                  </a:cubicBezTo>
                  <a:cubicBezTo>
                    <a:pt x="11660" y="18042"/>
                    <a:pt x="12289" y="17192"/>
                    <a:pt x="12038" y="16343"/>
                  </a:cubicBezTo>
                  <a:lnTo>
                    <a:pt x="7308" y="0"/>
                  </a:ln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" name="Google Shape;950;p43">
              <a:extLst>
                <a:ext uri="{FF2B5EF4-FFF2-40B4-BE49-F238E27FC236}">
                  <a16:creationId xmlns:a16="http://schemas.microsoft.com/office/drawing/2014/main" id="{94C0CDDE-9A35-D826-D4F0-0320B9CD7D84}"/>
                </a:ext>
              </a:extLst>
            </p:cNvPr>
            <p:cNvSpPr/>
            <p:nvPr/>
          </p:nvSpPr>
          <p:spPr>
            <a:xfrm>
              <a:off x="3659925" y="2476425"/>
              <a:ext cx="526850" cy="536475"/>
            </a:xfrm>
            <a:custGeom>
              <a:avLst/>
              <a:gdLst/>
              <a:ahLst/>
              <a:cxnLst/>
              <a:rect l="l" t="t" r="r" b="b"/>
              <a:pathLst>
                <a:path w="21074" h="21459" extrusionOk="0">
                  <a:moveTo>
                    <a:pt x="7791" y="0"/>
                  </a:moveTo>
                  <a:cubicBezTo>
                    <a:pt x="6855" y="0"/>
                    <a:pt x="5903" y="129"/>
                    <a:pt x="4959" y="401"/>
                  </a:cubicBezTo>
                  <a:cubicBezTo>
                    <a:pt x="2969" y="988"/>
                    <a:pt x="1306" y="2097"/>
                    <a:pt x="66" y="3565"/>
                  </a:cubicBezTo>
                  <a:cubicBezTo>
                    <a:pt x="34" y="3598"/>
                    <a:pt x="34" y="3630"/>
                    <a:pt x="1" y="3663"/>
                  </a:cubicBezTo>
                  <a:cubicBezTo>
                    <a:pt x="3132" y="4642"/>
                    <a:pt x="5742" y="7121"/>
                    <a:pt x="6721" y="10513"/>
                  </a:cubicBezTo>
                  <a:lnTo>
                    <a:pt x="8580" y="16515"/>
                  </a:lnTo>
                  <a:cubicBezTo>
                    <a:pt x="9544" y="19539"/>
                    <a:pt x="12342" y="21459"/>
                    <a:pt x="15342" y="21459"/>
                  </a:cubicBezTo>
                  <a:cubicBezTo>
                    <a:pt x="16095" y="21459"/>
                    <a:pt x="16862" y="21337"/>
                    <a:pt x="17616" y="21082"/>
                  </a:cubicBezTo>
                  <a:lnTo>
                    <a:pt x="19801" y="20462"/>
                  </a:lnTo>
                  <a:cubicBezTo>
                    <a:pt x="20617" y="20234"/>
                    <a:pt x="21073" y="19418"/>
                    <a:pt x="20845" y="18603"/>
                  </a:cubicBezTo>
                  <a:cubicBezTo>
                    <a:pt x="20062" y="15961"/>
                    <a:pt x="18594" y="10872"/>
                    <a:pt x="17387" y="6794"/>
                  </a:cubicBezTo>
                  <a:cubicBezTo>
                    <a:pt x="15945" y="2653"/>
                    <a:pt x="12029" y="0"/>
                    <a:pt x="7791" y="0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" name="Google Shape;951;p43">
              <a:extLst>
                <a:ext uri="{FF2B5EF4-FFF2-40B4-BE49-F238E27FC236}">
                  <a16:creationId xmlns:a16="http://schemas.microsoft.com/office/drawing/2014/main" id="{38B250EE-FC5C-EAD1-F4C0-00B3F56CB767}"/>
                </a:ext>
              </a:extLst>
            </p:cNvPr>
            <p:cNvSpPr/>
            <p:nvPr/>
          </p:nvSpPr>
          <p:spPr>
            <a:xfrm>
              <a:off x="4176150" y="2428975"/>
              <a:ext cx="525200" cy="535825"/>
            </a:xfrm>
            <a:custGeom>
              <a:avLst/>
              <a:gdLst/>
              <a:ahLst/>
              <a:cxnLst/>
              <a:rect l="l" t="t" r="r" b="b"/>
              <a:pathLst>
                <a:path w="21008" h="21433" extrusionOk="0">
                  <a:moveTo>
                    <a:pt x="7794" y="1"/>
                  </a:moveTo>
                  <a:cubicBezTo>
                    <a:pt x="6857" y="1"/>
                    <a:pt x="5904" y="132"/>
                    <a:pt x="4959" y="407"/>
                  </a:cubicBezTo>
                  <a:cubicBezTo>
                    <a:pt x="2936" y="994"/>
                    <a:pt x="1240" y="2136"/>
                    <a:pt x="0" y="3636"/>
                  </a:cubicBezTo>
                  <a:cubicBezTo>
                    <a:pt x="3132" y="4615"/>
                    <a:pt x="5741" y="7094"/>
                    <a:pt x="6720" y="10487"/>
                  </a:cubicBezTo>
                  <a:lnTo>
                    <a:pt x="8579" y="16489"/>
                  </a:lnTo>
                  <a:cubicBezTo>
                    <a:pt x="9518" y="19512"/>
                    <a:pt x="12331" y="21432"/>
                    <a:pt x="15338" y="21432"/>
                  </a:cubicBezTo>
                  <a:cubicBezTo>
                    <a:pt x="16094" y="21432"/>
                    <a:pt x="16862" y="21311"/>
                    <a:pt x="17615" y="21055"/>
                  </a:cubicBezTo>
                  <a:lnTo>
                    <a:pt x="19833" y="20305"/>
                  </a:lnTo>
                  <a:cubicBezTo>
                    <a:pt x="20583" y="20044"/>
                    <a:pt x="21008" y="19261"/>
                    <a:pt x="20779" y="18478"/>
                  </a:cubicBezTo>
                  <a:lnTo>
                    <a:pt x="17550" y="7355"/>
                  </a:lnTo>
                  <a:cubicBezTo>
                    <a:pt x="16259" y="2891"/>
                    <a:pt x="12197" y="1"/>
                    <a:pt x="7794" y="1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" name="Google Shape;952;p43">
              <a:extLst>
                <a:ext uri="{FF2B5EF4-FFF2-40B4-BE49-F238E27FC236}">
                  <a16:creationId xmlns:a16="http://schemas.microsoft.com/office/drawing/2014/main" id="{2A146766-20CF-C646-7D1D-0AE9D58DB142}"/>
                </a:ext>
              </a:extLst>
            </p:cNvPr>
            <p:cNvSpPr/>
            <p:nvPr/>
          </p:nvSpPr>
          <p:spPr>
            <a:xfrm>
              <a:off x="2925175" y="1768425"/>
              <a:ext cx="760075" cy="1321875"/>
            </a:xfrm>
            <a:custGeom>
              <a:avLst/>
              <a:gdLst/>
              <a:ahLst/>
              <a:cxnLst/>
              <a:rect l="l" t="t" r="r" b="b"/>
              <a:pathLst>
                <a:path w="30403" h="52875" extrusionOk="0">
                  <a:moveTo>
                    <a:pt x="7809" y="1"/>
                  </a:moveTo>
                  <a:cubicBezTo>
                    <a:pt x="6867" y="1"/>
                    <a:pt x="5909" y="132"/>
                    <a:pt x="4959" y="407"/>
                  </a:cubicBezTo>
                  <a:cubicBezTo>
                    <a:pt x="2969" y="994"/>
                    <a:pt x="1273" y="2136"/>
                    <a:pt x="0" y="3636"/>
                  </a:cubicBezTo>
                  <a:cubicBezTo>
                    <a:pt x="3132" y="4615"/>
                    <a:pt x="5742" y="7094"/>
                    <a:pt x="6720" y="10486"/>
                  </a:cubicBezTo>
                  <a:lnTo>
                    <a:pt x="16571" y="44444"/>
                  </a:lnTo>
                  <a:cubicBezTo>
                    <a:pt x="18589" y="51478"/>
                    <a:pt x="23251" y="52874"/>
                    <a:pt x="26641" y="52874"/>
                  </a:cubicBezTo>
                  <a:cubicBezTo>
                    <a:pt x="27526" y="52874"/>
                    <a:pt x="28325" y="52779"/>
                    <a:pt x="28967" y="52664"/>
                  </a:cubicBezTo>
                  <a:cubicBezTo>
                    <a:pt x="29848" y="52533"/>
                    <a:pt x="30402" y="51653"/>
                    <a:pt x="30141" y="50805"/>
                  </a:cubicBezTo>
                  <a:lnTo>
                    <a:pt x="17583" y="7355"/>
                  </a:lnTo>
                  <a:cubicBezTo>
                    <a:pt x="16292" y="2891"/>
                    <a:pt x="12230" y="1"/>
                    <a:pt x="7809" y="1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" name="Google Shape;953;p43">
              <a:extLst>
                <a:ext uri="{FF2B5EF4-FFF2-40B4-BE49-F238E27FC236}">
                  <a16:creationId xmlns:a16="http://schemas.microsoft.com/office/drawing/2014/main" id="{3ADD997E-7D8E-FACD-B11C-CDF44CC8A265}"/>
                </a:ext>
              </a:extLst>
            </p:cNvPr>
            <p:cNvSpPr/>
            <p:nvPr/>
          </p:nvSpPr>
          <p:spPr>
            <a:xfrm>
              <a:off x="4702150" y="2416750"/>
              <a:ext cx="887275" cy="2243000"/>
            </a:xfrm>
            <a:custGeom>
              <a:avLst/>
              <a:gdLst/>
              <a:ahLst/>
              <a:cxnLst/>
              <a:rect l="l" t="t" r="r" b="b"/>
              <a:pathLst>
                <a:path w="35491" h="89720" extrusionOk="0">
                  <a:moveTo>
                    <a:pt x="7794" y="1"/>
                  </a:moveTo>
                  <a:cubicBezTo>
                    <a:pt x="6857" y="1"/>
                    <a:pt x="5903" y="132"/>
                    <a:pt x="4958" y="407"/>
                  </a:cubicBezTo>
                  <a:cubicBezTo>
                    <a:pt x="2936" y="994"/>
                    <a:pt x="1240" y="2136"/>
                    <a:pt x="0" y="3603"/>
                  </a:cubicBezTo>
                  <a:cubicBezTo>
                    <a:pt x="3132" y="4615"/>
                    <a:pt x="5741" y="7094"/>
                    <a:pt x="6720" y="10486"/>
                  </a:cubicBezTo>
                  <a:lnTo>
                    <a:pt x="20877" y="59351"/>
                  </a:lnTo>
                  <a:cubicBezTo>
                    <a:pt x="24628" y="72366"/>
                    <a:pt x="17158" y="85969"/>
                    <a:pt x="4143" y="89720"/>
                  </a:cubicBezTo>
                  <a:lnTo>
                    <a:pt x="15005" y="86588"/>
                  </a:lnTo>
                  <a:cubicBezTo>
                    <a:pt x="27988" y="82804"/>
                    <a:pt x="35491" y="69202"/>
                    <a:pt x="31707" y="56187"/>
                  </a:cubicBezTo>
                  <a:lnTo>
                    <a:pt x="21334" y="20403"/>
                  </a:lnTo>
                  <a:lnTo>
                    <a:pt x="17550" y="7355"/>
                  </a:lnTo>
                  <a:cubicBezTo>
                    <a:pt x="16259" y="2891"/>
                    <a:pt x="12197" y="1"/>
                    <a:pt x="7794" y="1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" name="Google Shape;954;p43">
              <a:extLst>
                <a:ext uri="{FF2B5EF4-FFF2-40B4-BE49-F238E27FC236}">
                  <a16:creationId xmlns:a16="http://schemas.microsoft.com/office/drawing/2014/main" id="{E22472CE-4813-60C5-F39A-008701F8222D}"/>
                </a:ext>
              </a:extLst>
            </p:cNvPr>
            <p:cNvSpPr/>
            <p:nvPr/>
          </p:nvSpPr>
          <p:spPr>
            <a:xfrm>
              <a:off x="3794500" y="4390575"/>
              <a:ext cx="1921325" cy="1066775"/>
            </a:xfrm>
            <a:custGeom>
              <a:avLst/>
              <a:gdLst/>
              <a:ahLst/>
              <a:cxnLst/>
              <a:rect l="l" t="t" r="r" b="b"/>
              <a:pathLst>
                <a:path w="76853" h="42671" extrusionOk="0">
                  <a:moveTo>
                    <a:pt x="66507" y="1"/>
                  </a:moveTo>
                  <a:cubicBezTo>
                    <a:pt x="65980" y="1"/>
                    <a:pt x="65444" y="75"/>
                    <a:pt x="64914" y="231"/>
                  </a:cubicBezTo>
                  <a:lnTo>
                    <a:pt x="4730" y="17650"/>
                  </a:lnTo>
                  <a:cubicBezTo>
                    <a:pt x="1729" y="18530"/>
                    <a:pt x="0" y="21662"/>
                    <a:pt x="881" y="24663"/>
                  </a:cubicBezTo>
                  <a:lnTo>
                    <a:pt x="4893" y="38592"/>
                  </a:lnTo>
                  <a:cubicBezTo>
                    <a:pt x="5618" y="41062"/>
                    <a:pt x="7869" y="42671"/>
                    <a:pt x="10334" y="42671"/>
                  </a:cubicBezTo>
                  <a:cubicBezTo>
                    <a:pt x="10864" y="42671"/>
                    <a:pt x="11403" y="42596"/>
                    <a:pt x="11939" y="42441"/>
                  </a:cubicBezTo>
                  <a:lnTo>
                    <a:pt x="72090" y="25022"/>
                  </a:lnTo>
                  <a:cubicBezTo>
                    <a:pt x="75091" y="24141"/>
                    <a:pt x="76853" y="21010"/>
                    <a:pt x="75972" y="17976"/>
                  </a:cubicBezTo>
                  <a:lnTo>
                    <a:pt x="71927" y="4080"/>
                  </a:lnTo>
                  <a:cubicBezTo>
                    <a:pt x="71229" y="1609"/>
                    <a:pt x="68961" y="1"/>
                    <a:pt x="665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" name="Google Shape;955;p43">
              <a:extLst>
                <a:ext uri="{FF2B5EF4-FFF2-40B4-BE49-F238E27FC236}">
                  <a16:creationId xmlns:a16="http://schemas.microsoft.com/office/drawing/2014/main" id="{81AD7DDE-F1A9-9A2C-5873-2576C7B690BB}"/>
                </a:ext>
              </a:extLst>
            </p:cNvPr>
            <p:cNvSpPr/>
            <p:nvPr/>
          </p:nvSpPr>
          <p:spPr>
            <a:xfrm>
              <a:off x="5114775" y="4390575"/>
              <a:ext cx="601050" cy="712825"/>
            </a:xfrm>
            <a:custGeom>
              <a:avLst/>
              <a:gdLst/>
              <a:ahLst/>
              <a:cxnLst/>
              <a:rect l="l" t="t" r="r" b="b"/>
              <a:pathLst>
                <a:path w="24042" h="28513" extrusionOk="0">
                  <a:moveTo>
                    <a:pt x="52" y="3706"/>
                  </a:moveTo>
                  <a:cubicBezTo>
                    <a:pt x="35" y="3711"/>
                    <a:pt x="18" y="3716"/>
                    <a:pt x="1" y="3721"/>
                  </a:cubicBezTo>
                  <a:lnTo>
                    <a:pt x="52" y="3706"/>
                  </a:lnTo>
                  <a:close/>
                  <a:moveTo>
                    <a:pt x="13696" y="1"/>
                  </a:moveTo>
                  <a:cubicBezTo>
                    <a:pt x="13169" y="1"/>
                    <a:pt x="12633" y="75"/>
                    <a:pt x="12103" y="231"/>
                  </a:cubicBezTo>
                  <a:lnTo>
                    <a:pt x="52" y="3706"/>
                  </a:lnTo>
                  <a:lnTo>
                    <a:pt x="52" y="3706"/>
                  </a:lnTo>
                  <a:cubicBezTo>
                    <a:pt x="565" y="3561"/>
                    <a:pt x="1083" y="3491"/>
                    <a:pt x="1592" y="3491"/>
                  </a:cubicBezTo>
                  <a:cubicBezTo>
                    <a:pt x="4047" y="3491"/>
                    <a:pt x="6316" y="5105"/>
                    <a:pt x="7014" y="7603"/>
                  </a:cubicBezTo>
                  <a:lnTo>
                    <a:pt x="11059" y="21499"/>
                  </a:lnTo>
                  <a:cubicBezTo>
                    <a:pt x="11940" y="24500"/>
                    <a:pt x="10178" y="27631"/>
                    <a:pt x="7177" y="28512"/>
                  </a:cubicBezTo>
                  <a:lnTo>
                    <a:pt x="19279" y="25022"/>
                  </a:lnTo>
                  <a:cubicBezTo>
                    <a:pt x="22280" y="24141"/>
                    <a:pt x="24042" y="21010"/>
                    <a:pt x="23161" y="17976"/>
                  </a:cubicBezTo>
                  <a:lnTo>
                    <a:pt x="19116" y="4080"/>
                  </a:lnTo>
                  <a:cubicBezTo>
                    <a:pt x="18418" y="1609"/>
                    <a:pt x="16150" y="1"/>
                    <a:pt x="13696" y="1"/>
                  </a:cubicBezTo>
                  <a:close/>
                </a:path>
              </a:pathLst>
            </a:custGeom>
            <a:solidFill>
              <a:srgbClr val="4F3A47">
                <a:alpha val="15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" name="Google Shape;956;p43">
              <a:extLst>
                <a:ext uri="{FF2B5EF4-FFF2-40B4-BE49-F238E27FC236}">
                  <a16:creationId xmlns:a16="http://schemas.microsoft.com/office/drawing/2014/main" id="{AD35504E-A346-527F-ECC6-8B2627097279}"/>
                </a:ext>
              </a:extLst>
            </p:cNvPr>
            <p:cNvSpPr/>
            <p:nvPr/>
          </p:nvSpPr>
          <p:spPr>
            <a:xfrm>
              <a:off x="2019975" y="795100"/>
              <a:ext cx="639375" cy="744575"/>
            </a:xfrm>
            <a:custGeom>
              <a:avLst/>
              <a:gdLst/>
              <a:ahLst/>
              <a:cxnLst/>
              <a:rect l="l" t="t" r="r" b="b"/>
              <a:pathLst>
                <a:path w="25575" h="29783" extrusionOk="0">
                  <a:moveTo>
                    <a:pt x="12820" y="10700"/>
                  </a:moveTo>
                  <a:lnTo>
                    <a:pt x="15495" y="17843"/>
                  </a:lnTo>
                  <a:lnTo>
                    <a:pt x="10080" y="17843"/>
                  </a:lnTo>
                  <a:lnTo>
                    <a:pt x="12820" y="10700"/>
                  </a:lnTo>
                  <a:close/>
                  <a:moveTo>
                    <a:pt x="12820" y="0"/>
                  </a:moveTo>
                  <a:cubicBezTo>
                    <a:pt x="11352" y="0"/>
                    <a:pt x="10047" y="881"/>
                    <a:pt x="9493" y="2219"/>
                  </a:cubicBezTo>
                  <a:cubicBezTo>
                    <a:pt x="9493" y="2251"/>
                    <a:pt x="9493" y="2284"/>
                    <a:pt x="9460" y="2316"/>
                  </a:cubicBezTo>
                  <a:lnTo>
                    <a:pt x="588" y="25607"/>
                  </a:lnTo>
                  <a:cubicBezTo>
                    <a:pt x="0" y="27205"/>
                    <a:pt x="783" y="28967"/>
                    <a:pt x="2349" y="29554"/>
                  </a:cubicBezTo>
                  <a:cubicBezTo>
                    <a:pt x="2708" y="29717"/>
                    <a:pt x="3067" y="29782"/>
                    <a:pt x="3458" y="29782"/>
                  </a:cubicBezTo>
                  <a:cubicBezTo>
                    <a:pt x="4665" y="29782"/>
                    <a:pt x="5839" y="29032"/>
                    <a:pt x="6296" y="27792"/>
                  </a:cubicBezTo>
                  <a:lnTo>
                    <a:pt x="7764" y="23976"/>
                  </a:lnTo>
                  <a:lnTo>
                    <a:pt x="17811" y="23976"/>
                  </a:lnTo>
                  <a:lnTo>
                    <a:pt x="19246" y="27792"/>
                  </a:lnTo>
                  <a:cubicBezTo>
                    <a:pt x="19729" y="29013"/>
                    <a:pt x="20906" y="29777"/>
                    <a:pt x="22143" y="29777"/>
                  </a:cubicBezTo>
                  <a:cubicBezTo>
                    <a:pt x="22493" y="29777"/>
                    <a:pt x="22848" y="29716"/>
                    <a:pt x="23193" y="29587"/>
                  </a:cubicBezTo>
                  <a:cubicBezTo>
                    <a:pt x="24792" y="28967"/>
                    <a:pt x="25574" y="27205"/>
                    <a:pt x="24987" y="25640"/>
                  </a:cubicBezTo>
                  <a:lnTo>
                    <a:pt x="16180" y="2316"/>
                  </a:lnTo>
                  <a:cubicBezTo>
                    <a:pt x="16180" y="2284"/>
                    <a:pt x="16147" y="2251"/>
                    <a:pt x="16147" y="2219"/>
                  </a:cubicBezTo>
                  <a:cubicBezTo>
                    <a:pt x="15593" y="881"/>
                    <a:pt x="14288" y="0"/>
                    <a:pt x="128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" name="Google Shape;957;p43">
              <a:extLst>
                <a:ext uri="{FF2B5EF4-FFF2-40B4-BE49-F238E27FC236}">
                  <a16:creationId xmlns:a16="http://schemas.microsoft.com/office/drawing/2014/main" id="{C814D3EA-63D7-6875-CD86-2E84F71EE69A}"/>
                </a:ext>
              </a:extLst>
            </p:cNvPr>
            <p:cNvSpPr/>
            <p:nvPr/>
          </p:nvSpPr>
          <p:spPr>
            <a:xfrm>
              <a:off x="4945150" y="795100"/>
              <a:ext cx="513800" cy="744575"/>
            </a:xfrm>
            <a:custGeom>
              <a:avLst/>
              <a:gdLst/>
              <a:ahLst/>
              <a:cxnLst/>
              <a:rect l="l" t="t" r="r" b="b"/>
              <a:pathLst>
                <a:path w="20552" h="29783" extrusionOk="0">
                  <a:moveTo>
                    <a:pt x="9917" y="6100"/>
                  </a:moveTo>
                  <a:cubicBezTo>
                    <a:pt x="11255" y="6100"/>
                    <a:pt x="12331" y="7177"/>
                    <a:pt x="12331" y="8514"/>
                  </a:cubicBezTo>
                  <a:cubicBezTo>
                    <a:pt x="12331" y="9819"/>
                    <a:pt x="11255" y="10895"/>
                    <a:pt x="9917" y="10895"/>
                  </a:cubicBezTo>
                  <a:lnTo>
                    <a:pt x="6133" y="10895"/>
                  </a:lnTo>
                  <a:lnTo>
                    <a:pt x="6133" y="6100"/>
                  </a:lnTo>
                  <a:close/>
                  <a:moveTo>
                    <a:pt x="11124" y="16995"/>
                  </a:moveTo>
                  <a:cubicBezTo>
                    <a:pt x="12951" y="16995"/>
                    <a:pt x="14451" y="18496"/>
                    <a:pt x="14451" y="20323"/>
                  </a:cubicBezTo>
                  <a:cubicBezTo>
                    <a:pt x="14451" y="22149"/>
                    <a:pt x="12951" y="23617"/>
                    <a:pt x="11124" y="23617"/>
                  </a:cubicBezTo>
                  <a:cubicBezTo>
                    <a:pt x="10211" y="23617"/>
                    <a:pt x="7993" y="23617"/>
                    <a:pt x="6133" y="23650"/>
                  </a:cubicBezTo>
                  <a:lnTo>
                    <a:pt x="6133" y="16995"/>
                  </a:lnTo>
                  <a:close/>
                  <a:moveTo>
                    <a:pt x="3067" y="0"/>
                  </a:moveTo>
                  <a:cubicBezTo>
                    <a:pt x="1371" y="0"/>
                    <a:pt x="1" y="1370"/>
                    <a:pt x="1" y="3067"/>
                  </a:cubicBezTo>
                  <a:lnTo>
                    <a:pt x="1" y="26716"/>
                  </a:lnTo>
                  <a:cubicBezTo>
                    <a:pt x="1" y="27532"/>
                    <a:pt x="327" y="28314"/>
                    <a:pt x="914" y="28869"/>
                  </a:cubicBezTo>
                  <a:cubicBezTo>
                    <a:pt x="1469" y="29456"/>
                    <a:pt x="2252" y="29782"/>
                    <a:pt x="3067" y="29782"/>
                  </a:cubicBezTo>
                  <a:cubicBezTo>
                    <a:pt x="3067" y="29782"/>
                    <a:pt x="9395" y="29750"/>
                    <a:pt x="11124" y="29750"/>
                  </a:cubicBezTo>
                  <a:cubicBezTo>
                    <a:pt x="16343" y="29750"/>
                    <a:pt x="20551" y="25509"/>
                    <a:pt x="20551" y="20323"/>
                  </a:cubicBezTo>
                  <a:cubicBezTo>
                    <a:pt x="20551" y="17387"/>
                    <a:pt x="19214" y="14777"/>
                    <a:pt x="17094" y="13048"/>
                  </a:cubicBezTo>
                  <a:cubicBezTo>
                    <a:pt x="17942" y="11711"/>
                    <a:pt x="18431" y="10178"/>
                    <a:pt x="18431" y="8514"/>
                  </a:cubicBezTo>
                  <a:cubicBezTo>
                    <a:pt x="18431" y="3817"/>
                    <a:pt x="14615" y="0"/>
                    <a:pt x="99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8" name="Google Shape;919;p43">
            <a:extLst>
              <a:ext uri="{FF2B5EF4-FFF2-40B4-BE49-F238E27FC236}">
                <a16:creationId xmlns:a16="http://schemas.microsoft.com/office/drawing/2014/main" id="{3EE33398-E03B-999C-C7BA-C44CE8ACA411}"/>
              </a:ext>
            </a:extLst>
          </p:cNvPr>
          <p:cNvSpPr txBox="1">
            <a:spLocks/>
          </p:cNvSpPr>
          <p:nvPr/>
        </p:nvSpPr>
        <p:spPr>
          <a:xfrm>
            <a:off x="1669294" y="2328599"/>
            <a:ext cx="3927099" cy="62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dirty="0"/>
              <a:t>Functional Areas Tested</a:t>
            </a:r>
          </a:p>
        </p:txBody>
      </p:sp>
      <p:sp>
        <p:nvSpPr>
          <p:cNvPr id="39" name="Google Shape;920;p43">
            <a:extLst>
              <a:ext uri="{FF2B5EF4-FFF2-40B4-BE49-F238E27FC236}">
                <a16:creationId xmlns:a16="http://schemas.microsoft.com/office/drawing/2014/main" id="{7172C63B-AED8-CFB7-137A-1E9DD6DB242F}"/>
              </a:ext>
            </a:extLst>
          </p:cNvPr>
          <p:cNvSpPr txBox="1">
            <a:spLocks/>
          </p:cNvSpPr>
          <p:nvPr/>
        </p:nvSpPr>
        <p:spPr>
          <a:xfrm>
            <a:off x="1690870" y="2650731"/>
            <a:ext cx="4261798" cy="245626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sz="2000" dirty="0"/>
              <a:t>US-001: Login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sz="2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US-002: Add to Cart</a:t>
            </a:r>
            <a:endParaRPr lang="en-US" sz="2000" dirty="0"/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sz="2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US-003: Checkout &amp; Confirmation</a:t>
            </a:r>
            <a:endParaRPr lang="en-US" sz="2000" dirty="0"/>
          </a:p>
          <a:p>
            <a:pPr marL="0" indent="0">
              <a:lnSpc>
                <a:spcPts val="1750"/>
              </a:lnSpc>
              <a:buNone/>
            </a:pPr>
            <a:endParaRPr lang="en-US" sz="2000" dirty="0"/>
          </a:p>
          <a:p>
            <a:pPr marL="0" indent="0">
              <a:lnSpc>
                <a:spcPts val="175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Core user journeys ensuring critical functions behave as expected.</a:t>
            </a:r>
            <a:endParaRPr lang="en-US" sz="2000" dirty="0"/>
          </a:p>
          <a:p>
            <a:pPr marL="0" indent="0">
              <a:buClr>
                <a:schemeClr val="dk1"/>
              </a:buClr>
              <a:buSzPts val="1100"/>
            </a:pPr>
            <a:endParaRPr lang="en-US" sz="2000" dirty="0"/>
          </a:p>
        </p:txBody>
      </p:sp>
      <p:sp>
        <p:nvSpPr>
          <p:cNvPr id="40" name="Google Shape;921;p43">
            <a:extLst>
              <a:ext uri="{FF2B5EF4-FFF2-40B4-BE49-F238E27FC236}">
                <a16:creationId xmlns:a16="http://schemas.microsoft.com/office/drawing/2014/main" id="{9E06FD49-621B-1042-4AD7-D0B5917EC6D7}"/>
              </a:ext>
            </a:extLst>
          </p:cNvPr>
          <p:cNvSpPr txBox="1">
            <a:spLocks/>
          </p:cNvSpPr>
          <p:nvPr/>
        </p:nvSpPr>
        <p:spPr>
          <a:xfrm>
            <a:off x="7634796" y="2331818"/>
            <a:ext cx="2246439" cy="62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dirty="0"/>
              <a:t>Methodology</a:t>
            </a:r>
          </a:p>
        </p:txBody>
      </p:sp>
      <p:sp>
        <p:nvSpPr>
          <p:cNvPr id="42" name="Google Shape;922;p43">
            <a:extLst>
              <a:ext uri="{FF2B5EF4-FFF2-40B4-BE49-F238E27FC236}">
                <a16:creationId xmlns:a16="http://schemas.microsoft.com/office/drawing/2014/main" id="{49F0A180-38B2-65B1-2C71-A7FC20655AB9}"/>
              </a:ext>
            </a:extLst>
          </p:cNvPr>
          <p:cNvSpPr txBox="1">
            <a:spLocks/>
          </p:cNvSpPr>
          <p:nvPr/>
        </p:nvSpPr>
        <p:spPr>
          <a:xfrm>
            <a:off x="7632024" y="2682916"/>
            <a:ext cx="3658537" cy="355073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-US" sz="2000" b="1" dirty="0"/>
              <a:t>Usability Testing: </a:t>
            </a:r>
            <a:r>
              <a:rPr lang="en-US" sz="2000" dirty="0">
                <a:solidFill>
                  <a:srgbClr val="FF0000"/>
                </a:solidFill>
              </a:rPr>
              <a:t>Nielsen’s 10 Heuristics </a:t>
            </a:r>
            <a:r>
              <a:rPr lang="en-US" sz="2000" dirty="0"/>
              <a:t>were applied for a comprehensive evaluation of user experience.</a:t>
            </a:r>
          </a:p>
          <a:p>
            <a:pPr marL="0" indent="0" algn="just">
              <a:buClr>
                <a:schemeClr val="dk1"/>
              </a:buClr>
              <a:buSzPts val="1100"/>
            </a:pPr>
            <a:endParaRPr lang="en-US" sz="2000" dirty="0"/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-US" sz="2000" b="1" dirty="0"/>
              <a:t>Total Cases Executed: </a:t>
            </a:r>
            <a:r>
              <a:rPr lang="en-US" sz="2000" dirty="0">
                <a:solidFill>
                  <a:srgbClr val="FF0000"/>
                </a:solidFill>
              </a:rPr>
              <a:t>5 unique test cases </a:t>
            </a:r>
            <a:r>
              <a:rPr lang="en-US" sz="2000" dirty="0"/>
              <a:t>designed to cover each functional area.</a:t>
            </a:r>
          </a:p>
          <a:p>
            <a:pPr marL="0" indent="0" algn="just">
              <a:buClr>
                <a:schemeClr val="dk1"/>
              </a:buClr>
              <a:buSzPts val="1100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64361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05;p47">
            <a:extLst>
              <a:ext uri="{FF2B5EF4-FFF2-40B4-BE49-F238E27FC236}">
                <a16:creationId xmlns:a16="http://schemas.microsoft.com/office/drawing/2014/main" id="{4B341989-6627-96FE-2FFB-891DDE31A0C0}"/>
              </a:ext>
            </a:extLst>
          </p:cNvPr>
          <p:cNvSpPr txBox="1">
            <a:spLocks/>
          </p:cNvSpPr>
          <p:nvPr/>
        </p:nvSpPr>
        <p:spPr>
          <a:xfrm>
            <a:off x="3680765" y="207227"/>
            <a:ext cx="4830401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Execution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EB98E1-0FED-BEAD-84D6-EED427D1EB7C}"/>
              </a:ext>
            </a:extLst>
          </p:cNvPr>
          <p:cNvSpPr txBox="1"/>
          <p:nvPr/>
        </p:nvSpPr>
        <p:spPr>
          <a:xfrm>
            <a:off x="2540106" y="6004442"/>
            <a:ext cx="7111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Our initial test cycle revealed a critical mix of passed and failed cases highlighting areas requiring immediate attention.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94990-B06D-688F-318F-64E25DDEBDD4}"/>
              </a:ext>
            </a:extLst>
          </p:cNvPr>
          <p:cNvSpPr txBox="1"/>
          <p:nvPr/>
        </p:nvSpPr>
        <p:spPr>
          <a:xfrm>
            <a:off x="629968" y="1306890"/>
            <a:ext cx="285565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Test Cases Executed: 5</a:t>
            </a:r>
          </a:p>
          <a:p>
            <a:r>
              <a:rPr lang="en-US" sz="2000" b="1" dirty="0"/>
              <a:t>Passed: </a:t>
            </a:r>
            <a:r>
              <a:rPr lang="en-US" sz="2000" b="1" dirty="0">
                <a:solidFill>
                  <a:schemeClr val="accent6"/>
                </a:solidFill>
              </a:rPr>
              <a:t>3 (60%)</a:t>
            </a:r>
          </a:p>
          <a:p>
            <a:r>
              <a:rPr lang="en-US" sz="2000" b="1" dirty="0"/>
              <a:t>Failed: </a:t>
            </a:r>
            <a:r>
              <a:rPr lang="en-US" sz="2000" b="1" dirty="0">
                <a:solidFill>
                  <a:srgbClr val="FF0000"/>
                </a:solidFill>
              </a:rPr>
              <a:t>2 (40%)</a:t>
            </a:r>
          </a:p>
          <a:p>
            <a:r>
              <a:rPr lang="en-US" sz="2000" b="1" dirty="0"/>
              <a:t>Defects Logged: 2 (Major, High Priority)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81EFFDC-2D6A-39CF-3FC9-7652B40BAC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7151801"/>
              </p:ext>
            </p:extLst>
          </p:nvPr>
        </p:nvGraphicFramePr>
        <p:xfrm>
          <a:off x="2692365" y="1306890"/>
          <a:ext cx="6807200" cy="4244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07635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B21DF-79F3-50D8-AD70-6CC14F721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05;p47">
            <a:extLst>
              <a:ext uri="{FF2B5EF4-FFF2-40B4-BE49-F238E27FC236}">
                <a16:creationId xmlns:a16="http://schemas.microsoft.com/office/drawing/2014/main" id="{9871E3A4-9F9D-63FF-7DF3-7762D3D47102}"/>
              </a:ext>
            </a:extLst>
          </p:cNvPr>
          <p:cNvSpPr txBox="1">
            <a:spLocks/>
          </p:cNvSpPr>
          <p:nvPr/>
        </p:nvSpPr>
        <p:spPr>
          <a:xfrm>
            <a:off x="3477453" y="236724"/>
            <a:ext cx="5237093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Key Defects Identified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EEA90484-6D8A-1C15-A56A-58E8B7A2463C}"/>
              </a:ext>
            </a:extLst>
          </p:cNvPr>
          <p:cNvSpPr/>
          <p:nvPr/>
        </p:nvSpPr>
        <p:spPr>
          <a:xfrm>
            <a:off x="2481332" y="1076165"/>
            <a:ext cx="7229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Two major defects were identified, posing significant risks to the system.</a:t>
            </a:r>
            <a:endParaRPr lang="en-US" sz="175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4BE1FE81-7580-D134-7E6D-496B8816167E}"/>
              </a:ext>
            </a:extLst>
          </p:cNvPr>
          <p:cNvSpPr/>
          <p:nvPr/>
        </p:nvSpPr>
        <p:spPr>
          <a:xfrm rot="5400000">
            <a:off x="6941348" y="1572805"/>
            <a:ext cx="3876824" cy="4541236"/>
          </a:xfrm>
          <a:prstGeom prst="roundRect">
            <a:avLst>
              <a:gd name="adj" fmla="val 5643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63231071-D9EC-A2F4-4242-2E0E58D4D30E}"/>
              </a:ext>
            </a:extLst>
          </p:cNvPr>
          <p:cNvSpPr/>
          <p:nvPr/>
        </p:nvSpPr>
        <p:spPr>
          <a:xfrm>
            <a:off x="6861609" y="2971271"/>
            <a:ext cx="2634890" cy="1522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Severity: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Major 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Priority: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High 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Risk: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</a:t>
            </a:r>
            <a:r>
              <a:rPr lang="en-US" sz="1750" dirty="0">
                <a:solidFill>
                  <a:srgbClr val="FF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 Integrity Risk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(Incorrect Purchase Date)</a:t>
            </a: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F242FF5A-F4B8-01B5-73D5-AAD3EFD88537}"/>
              </a:ext>
            </a:extLst>
          </p:cNvPr>
          <p:cNvSpPr/>
          <p:nvPr/>
        </p:nvSpPr>
        <p:spPr>
          <a:xfrm>
            <a:off x="6794667" y="4725388"/>
            <a:ext cx="4170185" cy="928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impacts customer trust and legal compliance for transactions.</a:t>
            </a:r>
            <a:endParaRPr lang="en-US" sz="175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B78A4C84-0ED2-8B10-8257-1A4CF5A52F6E}"/>
              </a:ext>
            </a:extLst>
          </p:cNvPr>
          <p:cNvSpPr/>
          <p:nvPr/>
        </p:nvSpPr>
        <p:spPr>
          <a:xfrm>
            <a:off x="7220591" y="1968893"/>
            <a:ext cx="3318338" cy="695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cs typeface="Kanit Light" pitchFamily="34" charset="-120"/>
              </a:rPr>
              <a:t>D-002: Confirmation</a:t>
            </a:r>
            <a:br>
              <a:rPr lang="en-US" sz="2200" dirty="0">
                <a:solidFill>
                  <a:srgbClr val="2C3249"/>
                </a:solidFill>
                <a:latin typeface="Kanit Light" pitchFamily="34" charset="0"/>
                <a:cs typeface="Kanit Light" pitchFamily="34" charset="-120"/>
              </a:rPr>
            </a:br>
            <a:r>
              <a:rPr lang="en-US" sz="2200" dirty="0">
                <a:solidFill>
                  <a:srgbClr val="2C3249"/>
                </a:solidFill>
                <a:latin typeface="Kanit Light" pitchFamily="34" charset="0"/>
                <a:cs typeface="Kanit Light" pitchFamily="34" charset="-120"/>
              </a:rPr>
              <a:t>Ticket Shows Wrong Date</a:t>
            </a: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C541C0E1-10D9-0906-0BA9-2DAEB0F1231B}"/>
              </a:ext>
            </a:extLst>
          </p:cNvPr>
          <p:cNvSpPr/>
          <p:nvPr/>
        </p:nvSpPr>
        <p:spPr>
          <a:xfrm rot="5400000">
            <a:off x="1592003" y="1572806"/>
            <a:ext cx="3876824" cy="4541235"/>
          </a:xfrm>
          <a:prstGeom prst="roundRect">
            <a:avLst>
              <a:gd name="adj" fmla="val 5643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1F45A48-F780-A584-747E-4D59EFA3F748}"/>
              </a:ext>
            </a:extLst>
          </p:cNvPr>
          <p:cNvSpPr/>
          <p:nvPr/>
        </p:nvSpPr>
        <p:spPr>
          <a:xfrm>
            <a:off x="2067906" y="1999695"/>
            <a:ext cx="2925017" cy="695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D-001: Login Error </a:t>
            </a:r>
          </a:p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Reveals Wrong Field</a:t>
            </a:r>
            <a:endParaRPr lang="en-US" sz="22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C1EE1A9-F498-6F67-FBDA-715B11CF4FD6}"/>
              </a:ext>
            </a:extLst>
          </p:cNvPr>
          <p:cNvSpPr/>
          <p:nvPr/>
        </p:nvSpPr>
        <p:spPr>
          <a:xfrm>
            <a:off x="1450607" y="2904381"/>
            <a:ext cx="2585894" cy="149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Severity: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Major 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Priority: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High 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Risk: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</a:t>
            </a:r>
            <a:r>
              <a:rPr lang="en-US" sz="1750" dirty="0">
                <a:solidFill>
                  <a:srgbClr val="FF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Security Risk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(Credential Enumeration)</a:t>
            </a:r>
            <a:endParaRPr lang="en-US" sz="175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5FD4F8A-EE79-A3E9-8238-9935550B5590}"/>
              </a:ext>
            </a:extLst>
          </p:cNvPr>
          <p:cNvSpPr/>
          <p:nvPr/>
        </p:nvSpPr>
        <p:spPr>
          <a:xfrm>
            <a:off x="1450606" y="4527499"/>
            <a:ext cx="4163613" cy="112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defect could allow unauthorized access attempts and compromise user data.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573497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1105;p47">
            <a:extLst>
              <a:ext uri="{FF2B5EF4-FFF2-40B4-BE49-F238E27FC236}">
                <a16:creationId xmlns:a16="http://schemas.microsoft.com/office/drawing/2014/main" id="{883DA165-8B2E-0117-5950-F29A314F0B6B}"/>
              </a:ext>
            </a:extLst>
          </p:cNvPr>
          <p:cNvSpPr txBox="1">
            <a:spLocks/>
          </p:cNvSpPr>
          <p:nvPr/>
        </p:nvSpPr>
        <p:spPr>
          <a:xfrm>
            <a:off x="1478169" y="505624"/>
            <a:ext cx="9235657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Usability Findings (Nielsen’s Heuristics)</a:t>
            </a:r>
          </a:p>
        </p:txBody>
      </p:sp>
      <p:sp>
        <p:nvSpPr>
          <p:cNvPr id="81" name="Text 1">
            <a:extLst>
              <a:ext uri="{FF2B5EF4-FFF2-40B4-BE49-F238E27FC236}">
                <a16:creationId xmlns:a16="http://schemas.microsoft.com/office/drawing/2014/main" id="{FD20F372-F007-FDD7-4E41-CF71DDB6A40D}"/>
              </a:ext>
            </a:extLst>
          </p:cNvPr>
          <p:cNvSpPr/>
          <p:nvPr/>
        </p:nvSpPr>
        <p:spPr>
          <a:xfrm>
            <a:off x="1748829" y="5656558"/>
            <a:ext cx="86943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Applying Nielsen's heuristics revealed several UX gaps that impact the user experience.</a:t>
            </a:r>
            <a:endParaRPr lang="en-US" sz="1750" dirty="0"/>
          </a:p>
        </p:txBody>
      </p:sp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E6D315-39B4-3A04-2CC9-EFCE1FE96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838742"/>
              </p:ext>
            </p:extLst>
          </p:nvPr>
        </p:nvGraphicFramePr>
        <p:xfrm>
          <a:off x="1296220" y="2100606"/>
          <a:ext cx="9599559" cy="265678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4197516876"/>
                    </a:ext>
                  </a:extLst>
                </a:gridCol>
                <a:gridCol w="3106993">
                  <a:extLst>
                    <a:ext uri="{9D8B030D-6E8A-4147-A177-3AD203B41FA5}">
                      <a16:colId xmlns:a16="http://schemas.microsoft.com/office/drawing/2014/main" val="879076690"/>
                    </a:ext>
                  </a:extLst>
                </a:gridCol>
                <a:gridCol w="3333136">
                  <a:extLst>
                    <a:ext uri="{9D8B030D-6E8A-4147-A177-3AD203B41FA5}">
                      <a16:colId xmlns:a16="http://schemas.microsoft.com/office/drawing/2014/main" val="1278405933"/>
                    </a:ext>
                  </a:extLst>
                </a:gridCol>
                <a:gridCol w="1792746">
                  <a:extLst>
                    <a:ext uri="{9D8B030D-6E8A-4147-A177-3AD203B41FA5}">
                      <a16:colId xmlns:a16="http://schemas.microsoft.com/office/drawing/2014/main" val="4101234995"/>
                    </a:ext>
                  </a:extLst>
                </a:gridCol>
              </a:tblGrid>
              <a:tr h="37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Heuristic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926022"/>
                  </a:ext>
                </a:extLst>
              </a:tr>
              <a:tr h="37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Visibility of system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Cart badge 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902136"/>
                  </a:ext>
                </a:extLst>
              </a:tr>
              <a:tr h="37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Match with real world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Wrong confirmation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Major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975547"/>
                  </a:ext>
                </a:extLst>
              </a:tr>
              <a:tr h="37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 control/freedom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n-NO" dirty="0"/>
                        <a:t>No Esc/Enter modal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Major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176735"/>
                  </a:ext>
                </a:extLst>
              </a:tr>
              <a:tr h="37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Consistency &amp; standards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Inconsistent date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8302326"/>
                  </a:ext>
                </a:extLst>
              </a:tr>
              <a:tr h="37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Recognition vs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Login discoverability 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856255"/>
                  </a:ext>
                </a:extLst>
              </a:tr>
              <a:tr h="37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Error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Error message too specific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Major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7208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001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05;p47">
            <a:extLst>
              <a:ext uri="{FF2B5EF4-FFF2-40B4-BE49-F238E27FC236}">
                <a16:creationId xmlns:a16="http://schemas.microsoft.com/office/drawing/2014/main" id="{9A6ABA3E-B7C7-C1E6-AAAF-5C43876BD3FB}"/>
              </a:ext>
            </a:extLst>
          </p:cNvPr>
          <p:cNvSpPr txBox="1">
            <a:spLocks/>
          </p:cNvSpPr>
          <p:nvPr/>
        </p:nvSpPr>
        <p:spPr>
          <a:xfrm>
            <a:off x="4003394" y="446630"/>
            <a:ext cx="4185212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Risk Assessment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6183F-06E0-4515-C1CE-EC18D0ACE943}"/>
              </a:ext>
            </a:extLst>
          </p:cNvPr>
          <p:cNvSpPr txBox="1"/>
          <p:nvPr/>
        </p:nvSpPr>
        <p:spPr>
          <a:xfrm>
            <a:off x="633366" y="1540091"/>
            <a:ext cx="66957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holistic view of identified risks, categorized by severity.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D6B1E-51DF-CDD6-6938-1E618B99B1CA}"/>
              </a:ext>
            </a:extLst>
          </p:cNvPr>
          <p:cNvSpPr txBox="1"/>
          <p:nvPr/>
        </p:nvSpPr>
        <p:spPr>
          <a:xfrm>
            <a:off x="633366" y="2368971"/>
            <a:ext cx="9134168" cy="237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SzPct val="100000"/>
            </a:pPr>
            <a:r>
              <a:rPr lang="en-US" sz="2000" dirty="0">
                <a:latin typeface="+mj-lt"/>
                <a:ea typeface="+mj-ea"/>
                <a:cs typeface="+mj-cs"/>
              </a:rPr>
              <a:t>Security Risk: </a:t>
            </a:r>
            <a:r>
              <a:rPr lang="en-US" sz="20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High</a:t>
            </a:r>
            <a:r>
              <a:rPr lang="en-US" sz="2000" dirty="0">
                <a:latin typeface="+mj-lt"/>
                <a:ea typeface="+mj-ea"/>
                <a:cs typeface="+mj-cs"/>
              </a:rPr>
              <a:t> (Credential enumeration vulnerability)</a:t>
            </a:r>
          </a:p>
          <a:p>
            <a:pPr>
              <a:lnSpc>
                <a:spcPct val="90000"/>
              </a:lnSpc>
              <a:spcBef>
                <a:spcPct val="0"/>
              </a:spcBef>
              <a:buSzPct val="100000"/>
            </a:pPr>
            <a:endParaRPr lang="en-US" sz="20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SzPct val="100000"/>
            </a:pPr>
            <a:r>
              <a:rPr lang="en-US" sz="2000" dirty="0">
                <a:latin typeface="+mj-lt"/>
                <a:ea typeface="+mj-ea"/>
                <a:cs typeface="+mj-cs"/>
              </a:rPr>
              <a:t>Data Integrity Risk: </a:t>
            </a:r>
            <a:r>
              <a:rPr lang="en-US" sz="20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High</a:t>
            </a:r>
            <a:r>
              <a:rPr lang="en-US" sz="2000" dirty="0">
                <a:latin typeface="+mj-lt"/>
                <a:ea typeface="+mj-ea"/>
                <a:cs typeface="+mj-cs"/>
              </a:rPr>
              <a:t> (Wrong purchase date on confirmation)</a:t>
            </a:r>
          </a:p>
          <a:p>
            <a:pPr>
              <a:lnSpc>
                <a:spcPct val="90000"/>
              </a:lnSpc>
              <a:spcBef>
                <a:spcPct val="0"/>
              </a:spcBef>
              <a:buSzPct val="100000"/>
            </a:pPr>
            <a:endParaRPr lang="en-US" sz="20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SzPct val="100000"/>
            </a:pPr>
            <a:r>
              <a:rPr lang="en-US" sz="2000" dirty="0">
                <a:latin typeface="+mj-lt"/>
                <a:ea typeface="+mj-ea"/>
                <a:cs typeface="+mj-cs"/>
              </a:rPr>
              <a:t>Accessibility Risk: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Medium</a:t>
            </a:r>
            <a:r>
              <a:rPr lang="en-US" sz="2000" dirty="0">
                <a:latin typeface="+mj-lt"/>
                <a:ea typeface="+mj-ea"/>
                <a:cs typeface="+mj-cs"/>
              </a:rPr>
              <a:t> (Potential issues for users with disabilities)</a:t>
            </a:r>
          </a:p>
          <a:p>
            <a:pPr>
              <a:lnSpc>
                <a:spcPct val="90000"/>
              </a:lnSpc>
              <a:spcBef>
                <a:spcPct val="0"/>
              </a:spcBef>
              <a:buSzPct val="100000"/>
            </a:pPr>
            <a:endParaRPr lang="en-US" sz="20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SzPct val="100000"/>
            </a:pPr>
            <a:r>
              <a:rPr lang="en-US" sz="2000" dirty="0">
                <a:latin typeface="+mj-lt"/>
                <a:ea typeface="+mj-ea"/>
                <a:cs typeface="+mj-cs"/>
              </a:rPr>
              <a:t>UX Risk: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Medium</a:t>
            </a:r>
            <a:r>
              <a:rPr lang="en-US" sz="2000" dirty="0">
                <a:latin typeface="+mj-lt"/>
                <a:ea typeface="+mj-ea"/>
                <a:cs typeface="+mj-cs"/>
              </a:rPr>
              <a:t> (Multiple usability heuristics violations)</a:t>
            </a:r>
          </a:p>
          <a:p>
            <a:pPr algn="l">
              <a:lnSpc>
                <a:spcPts val="2850"/>
              </a:lnSpc>
              <a:buSzPct val="100000"/>
            </a:pPr>
            <a:endParaRPr lang="en-US" sz="1600" b="1" dirty="0"/>
          </a:p>
        </p:txBody>
      </p:sp>
      <p:grpSp>
        <p:nvGrpSpPr>
          <p:cNvPr id="10" name="Google Shape;604;p36">
            <a:extLst>
              <a:ext uri="{FF2B5EF4-FFF2-40B4-BE49-F238E27FC236}">
                <a16:creationId xmlns:a16="http://schemas.microsoft.com/office/drawing/2014/main" id="{31D8A15F-2A6B-ED35-4042-1D2B76DE14C6}"/>
              </a:ext>
            </a:extLst>
          </p:cNvPr>
          <p:cNvGrpSpPr/>
          <p:nvPr/>
        </p:nvGrpSpPr>
        <p:grpSpPr>
          <a:xfrm>
            <a:off x="1279640" y="5977416"/>
            <a:ext cx="2176848" cy="301279"/>
            <a:chOff x="-51950" y="4378675"/>
            <a:chExt cx="1632636" cy="225959"/>
          </a:xfrm>
        </p:grpSpPr>
        <p:sp>
          <p:nvSpPr>
            <p:cNvPr id="11" name="Google Shape;605;p36">
              <a:extLst>
                <a:ext uri="{FF2B5EF4-FFF2-40B4-BE49-F238E27FC236}">
                  <a16:creationId xmlns:a16="http://schemas.microsoft.com/office/drawing/2014/main" id="{6D873785-2E58-5614-CFDA-5F95919B7610}"/>
                </a:ext>
              </a:extLst>
            </p:cNvPr>
            <p:cNvSpPr/>
            <p:nvPr/>
          </p:nvSpPr>
          <p:spPr>
            <a:xfrm>
              <a:off x="-51950" y="4378675"/>
              <a:ext cx="1054618" cy="191586"/>
            </a:xfrm>
            <a:custGeom>
              <a:avLst/>
              <a:gdLst/>
              <a:ahLst/>
              <a:cxnLst/>
              <a:rect l="l" t="t" r="r" b="b"/>
              <a:pathLst>
                <a:path w="15281" h="2776" extrusionOk="0">
                  <a:moveTo>
                    <a:pt x="909" y="0"/>
                  </a:moveTo>
                  <a:lnTo>
                    <a:pt x="1" y="2776"/>
                  </a:lnTo>
                  <a:lnTo>
                    <a:pt x="14372" y="2776"/>
                  </a:lnTo>
                  <a:lnTo>
                    <a:pt x="152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06;p36">
              <a:extLst>
                <a:ext uri="{FF2B5EF4-FFF2-40B4-BE49-F238E27FC236}">
                  <a16:creationId xmlns:a16="http://schemas.microsoft.com/office/drawing/2014/main" id="{C824E30A-576F-E29C-DC1B-9E7062E7B46B}"/>
                </a:ext>
              </a:extLst>
            </p:cNvPr>
            <p:cNvSpPr/>
            <p:nvPr/>
          </p:nvSpPr>
          <p:spPr>
            <a:xfrm>
              <a:off x="474237" y="4604566"/>
              <a:ext cx="1106448" cy="69"/>
            </a:xfrm>
            <a:custGeom>
              <a:avLst/>
              <a:gdLst/>
              <a:ahLst/>
              <a:cxnLst/>
              <a:rect l="l" t="t" r="r" b="b"/>
              <a:pathLst>
                <a:path w="16032" h="1" fill="none" extrusionOk="0">
                  <a:moveTo>
                    <a:pt x="16031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miter lim="1297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" name="Google Shape;1403;p53">
            <a:extLst>
              <a:ext uri="{FF2B5EF4-FFF2-40B4-BE49-F238E27FC236}">
                <a16:creationId xmlns:a16="http://schemas.microsoft.com/office/drawing/2014/main" id="{B8CA1304-0905-19DC-1301-86E5EDBE5876}"/>
              </a:ext>
            </a:extLst>
          </p:cNvPr>
          <p:cNvGrpSpPr/>
          <p:nvPr/>
        </p:nvGrpSpPr>
        <p:grpSpPr>
          <a:xfrm flipH="1">
            <a:off x="8188606" y="2519611"/>
            <a:ext cx="3467559" cy="4708265"/>
            <a:chOff x="1057275" y="449056"/>
            <a:chExt cx="4384365" cy="5750329"/>
          </a:xfrm>
        </p:grpSpPr>
        <p:sp>
          <p:nvSpPr>
            <p:cNvPr id="14" name="Google Shape;1404;p53">
              <a:extLst>
                <a:ext uri="{FF2B5EF4-FFF2-40B4-BE49-F238E27FC236}">
                  <a16:creationId xmlns:a16="http://schemas.microsoft.com/office/drawing/2014/main" id="{221DE896-A552-0899-6992-38F2350E718C}"/>
                </a:ext>
              </a:extLst>
            </p:cNvPr>
            <p:cNvSpPr/>
            <p:nvPr/>
          </p:nvSpPr>
          <p:spPr>
            <a:xfrm>
              <a:off x="1640593" y="3801660"/>
              <a:ext cx="1835588" cy="2330724"/>
            </a:xfrm>
            <a:custGeom>
              <a:avLst/>
              <a:gdLst/>
              <a:ahLst/>
              <a:cxnLst/>
              <a:rect l="l" t="t" r="r" b="b"/>
              <a:pathLst>
                <a:path w="35178" h="44667" extrusionOk="0">
                  <a:moveTo>
                    <a:pt x="1739" y="1"/>
                  </a:moveTo>
                  <a:lnTo>
                    <a:pt x="1739" y="1"/>
                  </a:lnTo>
                  <a:cubicBezTo>
                    <a:pt x="1" y="7735"/>
                    <a:pt x="4989" y="15404"/>
                    <a:pt x="4989" y="15404"/>
                  </a:cubicBezTo>
                  <a:lnTo>
                    <a:pt x="14380" y="44666"/>
                  </a:lnTo>
                  <a:lnTo>
                    <a:pt x="35177" y="44666"/>
                  </a:lnTo>
                  <a:lnTo>
                    <a:pt x="22407" y="6110"/>
                  </a:lnTo>
                  <a:lnTo>
                    <a:pt x="21708" y="2633"/>
                  </a:lnTo>
                  <a:lnTo>
                    <a:pt x="17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405;p53">
              <a:extLst>
                <a:ext uri="{FF2B5EF4-FFF2-40B4-BE49-F238E27FC236}">
                  <a16:creationId xmlns:a16="http://schemas.microsoft.com/office/drawing/2014/main" id="{B3B7B74B-9BF0-E519-899A-9D7D5C382BCC}"/>
                </a:ext>
              </a:extLst>
            </p:cNvPr>
            <p:cNvSpPr/>
            <p:nvPr/>
          </p:nvSpPr>
          <p:spPr>
            <a:xfrm>
              <a:off x="1173427" y="3649087"/>
              <a:ext cx="1265000" cy="2550298"/>
            </a:xfrm>
            <a:custGeom>
              <a:avLst/>
              <a:gdLst/>
              <a:ahLst/>
              <a:cxnLst/>
              <a:rect l="l" t="t" r="r" b="b"/>
              <a:pathLst>
                <a:path w="24243" h="48875" extrusionOk="0">
                  <a:moveTo>
                    <a:pt x="6711" y="0"/>
                  </a:moveTo>
                  <a:lnTo>
                    <a:pt x="3494" y="4956"/>
                  </a:lnTo>
                  <a:cubicBezTo>
                    <a:pt x="3494" y="4956"/>
                    <a:pt x="1" y="11276"/>
                    <a:pt x="862" y="16216"/>
                  </a:cubicBezTo>
                  <a:cubicBezTo>
                    <a:pt x="1382" y="19189"/>
                    <a:pt x="1674" y="22211"/>
                    <a:pt x="1723" y="25250"/>
                  </a:cubicBezTo>
                  <a:lnTo>
                    <a:pt x="651" y="48874"/>
                  </a:lnTo>
                  <a:lnTo>
                    <a:pt x="21123" y="48874"/>
                  </a:lnTo>
                  <a:lnTo>
                    <a:pt x="21123" y="18198"/>
                  </a:lnTo>
                  <a:lnTo>
                    <a:pt x="22781" y="14071"/>
                  </a:lnTo>
                  <a:lnTo>
                    <a:pt x="24243" y="780"/>
                  </a:lnTo>
                  <a:lnTo>
                    <a:pt x="67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406;p53">
              <a:extLst>
                <a:ext uri="{FF2B5EF4-FFF2-40B4-BE49-F238E27FC236}">
                  <a16:creationId xmlns:a16="http://schemas.microsoft.com/office/drawing/2014/main" id="{D8273BB3-254C-042B-8436-690F7F173167}"/>
                </a:ext>
              </a:extLst>
            </p:cNvPr>
            <p:cNvSpPr/>
            <p:nvPr/>
          </p:nvSpPr>
          <p:spPr>
            <a:xfrm>
              <a:off x="2256941" y="4362072"/>
              <a:ext cx="73000" cy="1443038"/>
            </a:xfrm>
            <a:custGeom>
              <a:avLst/>
              <a:gdLst/>
              <a:ahLst/>
              <a:cxnLst/>
              <a:rect l="l" t="t" r="r" b="b"/>
              <a:pathLst>
                <a:path w="1399" h="27655" fill="none" extrusionOk="0">
                  <a:moveTo>
                    <a:pt x="1" y="27655"/>
                  </a:moveTo>
                  <a:lnTo>
                    <a:pt x="342" y="3364"/>
                  </a:lnTo>
                  <a:lnTo>
                    <a:pt x="1398" y="1"/>
                  </a:lnTo>
                </a:path>
              </a:pathLst>
            </a:custGeom>
            <a:noFill/>
            <a:ln w="5275" cap="flat" cmpd="sng">
              <a:solidFill>
                <a:schemeClr val="accent6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407;p53">
              <a:extLst>
                <a:ext uri="{FF2B5EF4-FFF2-40B4-BE49-F238E27FC236}">
                  <a16:creationId xmlns:a16="http://schemas.microsoft.com/office/drawing/2014/main" id="{6976282D-B208-C469-6D76-EB1CC7421587}"/>
                </a:ext>
              </a:extLst>
            </p:cNvPr>
            <p:cNvSpPr/>
            <p:nvPr/>
          </p:nvSpPr>
          <p:spPr>
            <a:xfrm>
              <a:off x="2592718" y="3913586"/>
              <a:ext cx="237419" cy="260326"/>
            </a:xfrm>
            <a:custGeom>
              <a:avLst/>
              <a:gdLst/>
              <a:ahLst/>
              <a:cxnLst/>
              <a:rect l="l" t="t" r="r" b="b"/>
              <a:pathLst>
                <a:path w="4550" h="4989" fill="none" extrusionOk="0">
                  <a:moveTo>
                    <a:pt x="0" y="1"/>
                  </a:moveTo>
                  <a:cubicBezTo>
                    <a:pt x="0" y="1"/>
                    <a:pt x="585" y="2860"/>
                    <a:pt x="1072" y="3364"/>
                  </a:cubicBezTo>
                  <a:cubicBezTo>
                    <a:pt x="1462" y="3738"/>
                    <a:pt x="1934" y="4030"/>
                    <a:pt x="2437" y="4241"/>
                  </a:cubicBezTo>
                  <a:cubicBezTo>
                    <a:pt x="3120" y="4534"/>
                    <a:pt x="3818" y="4794"/>
                    <a:pt x="4549" y="4989"/>
                  </a:cubicBezTo>
                </a:path>
              </a:pathLst>
            </a:custGeom>
            <a:noFill/>
            <a:ln w="5275" cap="flat" cmpd="sng">
              <a:solidFill>
                <a:schemeClr val="accent6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408;p53">
              <a:extLst>
                <a:ext uri="{FF2B5EF4-FFF2-40B4-BE49-F238E27FC236}">
                  <a16:creationId xmlns:a16="http://schemas.microsoft.com/office/drawing/2014/main" id="{3FA8A5C4-CAD5-EFDD-9643-31267E6106A0}"/>
                </a:ext>
              </a:extLst>
            </p:cNvPr>
            <p:cNvSpPr/>
            <p:nvPr/>
          </p:nvSpPr>
          <p:spPr>
            <a:xfrm>
              <a:off x="1361692" y="3883896"/>
              <a:ext cx="676566" cy="268831"/>
            </a:xfrm>
            <a:custGeom>
              <a:avLst/>
              <a:gdLst/>
              <a:ahLst/>
              <a:cxnLst/>
              <a:rect l="l" t="t" r="r" b="b"/>
              <a:pathLst>
                <a:path w="12966" h="5152" fill="none" extrusionOk="0">
                  <a:moveTo>
                    <a:pt x="0" y="4745"/>
                  </a:moveTo>
                  <a:cubicBezTo>
                    <a:pt x="2713" y="4518"/>
                    <a:pt x="5573" y="5151"/>
                    <a:pt x="8108" y="4128"/>
                  </a:cubicBezTo>
                  <a:cubicBezTo>
                    <a:pt x="10106" y="3332"/>
                    <a:pt x="11569" y="1642"/>
                    <a:pt x="12966" y="1"/>
                  </a:cubicBezTo>
                </a:path>
              </a:pathLst>
            </a:custGeom>
            <a:noFill/>
            <a:ln w="5275" cap="flat" cmpd="sng">
              <a:solidFill>
                <a:schemeClr val="accent6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409;p53">
              <a:extLst>
                <a:ext uri="{FF2B5EF4-FFF2-40B4-BE49-F238E27FC236}">
                  <a16:creationId xmlns:a16="http://schemas.microsoft.com/office/drawing/2014/main" id="{278ED88C-C8C5-90AA-895D-BBA4A01D36AB}"/>
                </a:ext>
              </a:extLst>
            </p:cNvPr>
            <p:cNvSpPr/>
            <p:nvPr/>
          </p:nvSpPr>
          <p:spPr>
            <a:xfrm>
              <a:off x="2346847" y="3900854"/>
              <a:ext cx="180595" cy="305305"/>
            </a:xfrm>
            <a:custGeom>
              <a:avLst/>
              <a:gdLst/>
              <a:ahLst/>
              <a:cxnLst/>
              <a:rect l="l" t="t" r="r" b="b"/>
              <a:pathLst>
                <a:path w="3461" h="5851" fill="none" extrusionOk="0">
                  <a:moveTo>
                    <a:pt x="796" y="1"/>
                  </a:moveTo>
                  <a:lnTo>
                    <a:pt x="0" y="5850"/>
                  </a:lnTo>
                  <a:cubicBezTo>
                    <a:pt x="0" y="5850"/>
                    <a:pt x="1332" y="5801"/>
                    <a:pt x="1755" y="5460"/>
                  </a:cubicBezTo>
                  <a:cubicBezTo>
                    <a:pt x="2177" y="5119"/>
                    <a:pt x="3461" y="1"/>
                    <a:pt x="3461" y="1"/>
                  </a:cubicBezTo>
                </a:path>
              </a:pathLst>
            </a:custGeom>
            <a:noFill/>
            <a:ln w="5275" cap="flat" cmpd="sng">
              <a:solidFill>
                <a:schemeClr val="accent6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410;p53">
              <a:extLst>
                <a:ext uri="{FF2B5EF4-FFF2-40B4-BE49-F238E27FC236}">
                  <a16:creationId xmlns:a16="http://schemas.microsoft.com/office/drawing/2014/main" id="{C31973B8-0B90-8097-8636-39276BA7EBDB}"/>
                </a:ext>
              </a:extLst>
            </p:cNvPr>
            <p:cNvSpPr/>
            <p:nvPr/>
          </p:nvSpPr>
          <p:spPr>
            <a:xfrm>
              <a:off x="2702922" y="2006831"/>
              <a:ext cx="763080" cy="1019128"/>
            </a:xfrm>
            <a:custGeom>
              <a:avLst/>
              <a:gdLst/>
              <a:ahLst/>
              <a:cxnLst/>
              <a:rect l="l" t="t" r="r" b="b"/>
              <a:pathLst>
                <a:path w="14624" h="19531" extrusionOk="0">
                  <a:moveTo>
                    <a:pt x="1479" y="1"/>
                  </a:moveTo>
                  <a:lnTo>
                    <a:pt x="0" y="8791"/>
                  </a:lnTo>
                  <a:lnTo>
                    <a:pt x="2454" y="19531"/>
                  </a:lnTo>
                  <a:lnTo>
                    <a:pt x="14623" y="17142"/>
                  </a:lnTo>
                  <a:cubicBezTo>
                    <a:pt x="14623" y="17142"/>
                    <a:pt x="12365" y="8629"/>
                    <a:pt x="10594" y="4502"/>
                  </a:cubicBezTo>
                  <a:cubicBezTo>
                    <a:pt x="8953" y="667"/>
                    <a:pt x="1479" y="1"/>
                    <a:pt x="14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411;p53">
              <a:extLst>
                <a:ext uri="{FF2B5EF4-FFF2-40B4-BE49-F238E27FC236}">
                  <a16:creationId xmlns:a16="http://schemas.microsoft.com/office/drawing/2014/main" id="{37ACE534-6D87-F955-2A03-A9B4DD43EE9A}"/>
                </a:ext>
              </a:extLst>
            </p:cNvPr>
            <p:cNvSpPr/>
            <p:nvPr/>
          </p:nvSpPr>
          <p:spPr>
            <a:xfrm>
              <a:off x="1354909" y="1864433"/>
              <a:ext cx="1780434" cy="2074625"/>
            </a:xfrm>
            <a:custGeom>
              <a:avLst/>
              <a:gdLst/>
              <a:ahLst/>
              <a:cxnLst/>
              <a:rect l="l" t="t" r="r" b="b"/>
              <a:pathLst>
                <a:path w="34121" h="39759" extrusionOk="0">
                  <a:moveTo>
                    <a:pt x="18831" y="0"/>
                  </a:moveTo>
                  <a:lnTo>
                    <a:pt x="16508" y="829"/>
                  </a:lnTo>
                  <a:cubicBezTo>
                    <a:pt x="16508" y="829"/>
                    <a:pt x="8140" y="4241"/>
                    <a:pt x="4728" y="14688"/>
                  </a:cubicBezTo>
                  <a:cubicBezTo>
                    <a:pt x="3120" y="19628"/>
                    <a:pt x="0" y="39158"/>
                    <a:pt x="0" y="39158"/>
                  </a:cubicBezTo>
                  <a:lnTo>
                    <a:pt x="27183" y="39759"/>
                  </a:lnTo>
                  <a:cubicBezTo>
                    <a:pt x="27183" y="39759"/>
                    <a:pt x="28645" y="26354"/>
                    <a:pt x="30059" y="21399"/>
                  </a:cubicBezTo>
                  <a:cubicBezTo>
                    <a:pt x="30920" y="18425"/>
                    <a:pt x="31781" y="15241"/>
                    <a:pt x="34121" y="13210"/>
                  </a:cubicBezTo>
                  <a:lnTo>
                    <a:pt x="27297" y="2714"/>
                  </a:lnTo>
                  <a:lnTo>
                    <a:pt x="188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412;p53">
              <a:extLst>
                <a:ext uri="{FF2B5EF4-FFF2-40B4-BE49-F238E27FC236}">
                  <a16:creationId xmlns:a16="http://schemas.microsoft.com/office/drawing/2014/main" id="{9654C6CC-1847-5E2D-BB21-B98DCA3C1A7E}"/>
                </a:ext>
              </a:extLst>
            </p:cNvPr>
            <p:cNvSpPr/>
            <p:nvPr/>
          </p:nvSpPr>
          <p:spPr>
            <a:xfrm>
              <a:off x="2905536" y="2505357"/>
              <a:ext cx="209451" cy="418901"/>
            </a:xfrm>
            <a:custGeom>
              <a:avLst/>
              <a:gdLst/>
              <a:ahLst/>
              <a:cxnLst/>
              <a:rect l="l" t="t" r="r" b="b"/>
              <a:pathLst>
                <a:path w="4014" h="8028" fill="none" extrusionOk="0">
                  <a:moveTo>
                    <a:pt x="1" y="8027"/>
                  </a:moveTo>
                  <a:cubicBezTo>
                    <a:pt x="699" y="6679"/>
                    <a:pt x="1057" y="5184"/>
                    <a:pt x="1577" y="3770"/>
                  </a:cubicBezTo>
                  <a:cubicBezTo>
                    <a:pt x="2097" y="2340"/>
                    <a:pt x="2828" y="927"/>
                    <a:pt x="4014" y="1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13;p53">
              <a:extLst>
                <a:ext uri="{FF2B5EF4-FFF2-40B4-BE49-F238E27FC236}">
                  <a16:creationId xmlns:a16="http://schemas.microsoft.com/office/drawing/2014/main" id="{AC282828-BD6A-C2E6-F4B8-E5814BE9D5F6}"/>
                </a:ext>
              </a:extLst>
            </p:cNvPr>
            <p:cNvSpPr/>
            <p:nvPr/>
          </p:nvSpPr>
          <p:spPr>
            <a:xfrm>
              <a:off x="3475288" y="1312005"/>
              <a:ext cx="753740" cy="1169667"/>
            </a:xfrm>
            <a:custGeom>
              <a:avLst/>
              <a:gdLst/>
              <a:ahLst/>
              <a:cxnLst/>
              <a:rect l="l" t="t" r="r" b="b"/>
              <a:pathLst>
                <a:path w="14445" h="22416" extrusionOk="0">
                  <a:moveTo>
                    <a:pt x="8958" y="0"/>
                  </a:moveTo>
                  <a:cubicBezTo>
                    <a:pt x="8371" y="0"/>
                    <a:pt x="8085" y="1165"/>
                    <a:pt x="7945" y="1521"/>
                  </a:cubicBezTo>
                  <a:cubicBezTo>
                    <a:pt x="7555" y="2479"/>
                    <a:pt x="6694" y="4543"/>
                    <a:pt x="6272" y="5469"/>
                  </a:cubicBezTo>
                  <a:cubicBezTo>
                    <a:pt x="5996" y="6054"/>
                    <a:pt x="5719" y="6639"/>
                    <a:pt x="5443" y="7224"/>
                  </a:cubicBezTo>
                  <a:cubicBezTo>
                    <a:pt x="5476" y="6330"/>
                    <a:pt x="5476" y="5339"/>
                    <a:pt x="4875" y="4624"/>
                  </a:cubicBezTo>
                  <a:cubicBezTo>
                    <a:pt x="4793" y="4527"/>
                    <a:pt x="4712" y="4445"/>
                    <a:pt x="4598" y="4413"/>
                  </a:cubicBezTo>
                  <a:cubicBezTo>
                    <a:pt x="4574" y="4408"/>
                    <a:pt x="4551" y="4406"/>
                    <a:pt x="4528" y="4406"/>
                  </a:cubicBezTo>
                  <a:cubicBezTo>
                    <a:pt x="4260" y="4406"/>
                    <a:pt x="4090" y="4743"/>
                    <a:pt x="4030" y="4998"/>
                  </a:cubicBezTo>
                  <a:cubicBezTo>
                    <a:pt x="3315" y="8605"/>
                    <a:pt x="1576" y="13821"/>
                    <a:pt x="1430" y="14422"/>
                  </a:cubicBezTo>
                  <a:cubicBezTo>
                    <a:pt x="1121" y="15575"/>
                    <a:pt x="0" y="17574"/>
                    <a:pt x="0" y="17574"/>
                  </a:cubicBezTo>
                  <a:lnTo>
                    <a:pt x="7799" y="22416"/>
                  </a:lnTo>
                  <a:cubicBezTo>
                    <a:pt x="7799" y="22416"/>
                    <a:pt x="8725" y="19345"/>
                    <a:pt x="9278" y="18760"/>
                  </a:cubicBezTo>
                  <a:cubicBezTo>
                    <a:pt x="9781" y="18240"/>
                    <a:pt x="10448" y="17590"/>
                    <a:pt x="10691" y="16924"/>
                  </a:cubicBezTo>
                  <a:cubicBezTo>
                    <a:pt x="11163" y="15608"/>
                    <a:pt x="11309" y="14178"/>
                    <a:pt x="11455" y="12651"/>
                  </a:cubicBezTo>
                  <a:cubicBezTo>
                    <a:pt x="11471" y="12342"/>
                    <a:pt x="11877" y="11660"/>
                    <a:pt x="11877" y="11660"/>
                  </a:cubicBezTo>
                  <a:cubicBezTo>
                    <a:pt x="11957" y="11868"/>
                    <a:pt x="12137" y="11956"/>
                    <a:pt x="12354" y="11956"/>
                  </a:cubicBezTo>
                  <a:cubicBezTo>
                    <a:pt x="12713" y="11956"/>
                    <a:pt x="13176" y="11717"/>
                    <a:pt x="13470" y="11383"/>
                  </a:cubicBezTo>
                  <a:cubicBezTo>
                    <a:pt x="13925" y="10831"/>
                    <a:pt x="14445" y="10376"/>
                    <a:pt x="14428" y="9710"/>
                  </a:cubicBezTo>
                  <a:cubicBezTo>
                    <a:pt x="14428" y="9304"/>
                    <a:pt x="14217" y="9076"/>
                    <a:pt x="13795" y="8946"/>
                  </a:cubicBezTo>
                  <a:cubicBezTo>
                    <a:pt x="14022" y="8605"/>
                    <a:pt x="14022" y="8150"/>
                    <a:pt x="13778" y="7809"/>
                  </a:cubicBezTo>
                  <a:cubicBezTo>
                    <a:pt x="13579" y="7503"/>
                    <a:pt x="13227" y="7328"/>
                    <a:pt x="12865" y="7328"/>
                  </a:cubicBezTo>
                  <a:cubicBezTo>
                    <a:pt x="12785" y="7328"/>
                    <a:pt x="12704" y="7336"/>
                    <a:pt x="12625" y="7354"/>
                  </a:cubicBezTo>
                  <a:cubicBezTo>
                    <a:pt x="12722" y="6948"/>
                    <a:pt x="12446" y="6282"/>
                    <a:pt x="11780" y="6038"/>
                  </a:cubicBezTo>
                  <a:cubicBezTo>
                    <a:pt x="11656" y="5982"/>
                    <a:pt x="11523" y="5955"/>
                    <a:pt x="11389" y="5955"/>
                  </a:cubicBezTo>
                  <a:cubicBezTo>
                    <a:pt x="11172" y="5955"/>
                    <a:pt x="10954" y="6027"/>
                    <a:pt x="10773" y="6168"/>
                  </a:cubicBezTo>
                  <a:cubicBezTo>
                    <a:pt x="10886" y="5632"/>
                    <a:pt x="10366" y="5030"/>
                    <a:pt x="9814" y="4949"/>
                  </a:cubicBezTo>
                  <a:cubicBezTo>
                    <a:pt x="9724" y="4936"/>
                    <a:pt x="9634" y="4929"/>
                    <a:pt x="9544" y="4929"/>
                  </a:cubicBezTo>
                  <a:cubicBezTo>
                    <a:pt x="9192" y="4929"/>
                    <a:pt x="8841" y="5028"/>
                    <a:pt x="8530" y="5209"/>
                  </a:cubicBezTo>
                  <a:cubicBezTo>
                    <a:pt x="9067" y="3633"/>
                    <a:pt x="9570" y="1960"/>
                    <a:pt x="9586" y="1017"/>
                  </a:cubicBezTo>
                  <a:cubicBezTo>
                    <a:pt x="9586" y="627"/>
                    <a:pt x="9456" y="91"/>
                    <a:pt x="9050" y="10"/>
                  </a:cubicBezTo>
                  <a:cubicBezTo>
                    <a:pt x="9019" y="3"/>
                    <a:pt x="8988" y="0"/>
                    <a:pt x="8958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414;p53">
              <a:extLst>
                <a:ext uri="{FF2B5EF4-FFF2-40B4-BE49-F238E27FC236}">
                  <a16:creationId xmlns:a16="http://schemas.microsoft.com/office/drawing/2014/main" id="{F44F5FBE-FE58-8606-97F9-2F7C56E66BF5}"/>
                </a:ext>
              </a:extLst>
            </p:cNvPr>
            <p:cNvSpPr/>
            <p:nvPr/>
          </p:nvSpPr>
          <p:spPr>
            <a:xfrm>
              <a:off x="4033977" y="1778806"/>
              <a:ext cx="161132" cy="111091"/>
            </a:xfrm>
            <a:custGeom>
              <a:avLst/>
              <a:gdLst/>
              <a:ahLst/>
              <a:cxnLst/>
              <a:rect l="l" t="t" r="r" b="b"/>
              <a:pathLst>
                <a:path w="3088" h="2129" fill="none" extrusionOk="0">
                  <a:moveTo>
                    <a:pt x="3088" y="0"/>
                  </a:moveTo>
                  <a:cubicBezTo>
                    <a:pt x="3088" y="0"/>
                    <a:pt x="1804" y="1982"/>
                    <a:pt x="894" y="2047"/>
                  </a:cubicBezTo>
                  <a:cubicBezTo>
                    <a:pt x="1" y="2129"/>
                    <a:pt x="1" y="1316"/>
                    <a:pt x="1" y="1316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415;p53">
              <a:extLst>
                <a:ext uri="{FF2B5EF4-FFF2-40B4-BE49-F238E27FC236}">
                  <a16:creationId xmlns:a16="http://schemas.microsoft.com/office/drawing/2014/main" id="{1E44FEFA-2CCD-C5E9-3A71-793EC1C0B683}"/>
                </a:ext>
              </a:extLst>
            </p:cNvPr>
            <p:cNvSpPr/>
            <p:nvPr/>
          </p:nvSpPr>
          <p:spPr>
            <a:xfrm>
              <a:off x="3958525" y="1695683"/>
              <a:ext cx="175534" cy="168802"/>
            </a:xfrm>
            <a:custGeom>
              <a:avLst/>
              <a:gdLst/>
              <a:ahLst/>
              <a:cxnLst/>
              <a:rect l="l" t="t" r="r" b="b"/>
              <a:pathLst>
                <a:path w="3364" h="3235" fill="none" extrusionOk="0">
                  <a:moveTo>
                    <a:pt x="3364" y="1"/>
                  </a:moveTo>
                  <a:cubicBezTo>
                    <a:pt x="3364" y="1"/>
                    <a:pt x="2519" y="2471"/>
                    <a:pt x="1593" y="2861"/>
                  </a:cubicBezTo>
                  <a:cubicBezTo>
                    <a:pt x="683" y="3234"/>
                    <a:pt x="0" y="2731"/>
                    <a:pt x="17" y="1999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16;p53">
              <a:extLst>
                <a:ext uri="{FF2B5EF4-FFF2-40B4-BE49-F238E27FC236}">
                  <a16:creationId xmlns:a16="http://schemas.microsoft.com/office/drawing/2014/main" id="{1B4529A9-4E09-124C-3597-52E7E2AD1237}"/>
                </a:ext>
              </a:extLst>
            </p:cNvPr>
            <p:cNvSpPr/>
            <p:nvPr/>
          </p:nvSpPr>
          <p:spPr>
            <a:xfrm>
              <a:off x="3886465" y="1624510"/>
              <a:ext cx="150957" cy="185709"/>
            </a:xfrm>
            <a:custGeom>
              <a:avLst/>
              <a:gdLst/>
              <a:ahLst/>
              <a:cxnLst/>
              <a:rect l="l" t="t" r="r" b="b"/>
              <a:pathLst>
                <a:path w="2893" h="3559" fill="none" extrusionOk="0">
                  <a:moveTo>
                    <a:pt x="2893" y="179"/>
                  </a:moveTo>
                  <a:cubicBezTo>
                    <a:pt x="2893" y="179"/>
                    <a:pt x="2226" y="3217"/>
                    <a:pt x="1268" y="3461"/>
                  </a:cubicBezTo>
                  <a:cubicBezTo>
                    <a:pt x="878" y="3558"/>
                    <a:pt x="455" y="3396"/>
                    <a:pt x="228" y="3055"/>
                  </a:cubicBezTo>
                  <a:cubicBezTo>
                    <a:pt x="0" y="2681"/>
                    <a:pt x="228" y="2291"/>
                    <a:pt x="325" y="1917"/>
                  </a:cubicBezTo>
                  <a:lnTo>
                    <a:pt x="813" y="0"/>
                  </a:ln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417;p53">
              <a:extLst>
                <a:ext uri="{FF2B5EF4-FFF2-40B4-BE49-F238E27FC236}">
                  <a16:creationId xmlns:a16="http://schemas.microsoft.com/office/drawing/2014/main" id="{77C07990-B8AF-A674-D90A-83DDC97A5BA9}"/>
                </a:ext>
              </a:extLst>
            </p:cNvPr>
            <p:cNvSpPr/>
            <p:nvPr/>
          </p:nvSpPr>
          <p:spPr>
            <a:xfrm>
              <a:off x="4077234" y="1885618"/>
              <a:ext cx="17846" cy="33969"/>
            </a:xfrm>
            <a:custGeom>
              <a:avLst/>
              <a:gdLst/>
              <a:ahLst/>
              <a:cxnLst/>
              <a:rect l="l" t="t" r="r" b="b"/>
              <a:pathLst>
                <a:path w="342" h="651" fill="none" extrusionOk="0">
                  <a:moveTo>
                    <a:pt x="341" y="650"/>
                  </a:moveTo>
                  <a:cubicBezTo>
                    <a:pt x="341" y="650"/>
                    <a:pt x="0" y="504"/>
                    <a:pt x="65" y="0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418;p53">
              <a:extLst>
                <a:ext uri="{FF2B5EF4-FFF2-40B4-BE49-F238E27FC236}">
                  <a16:creationId xmlns:a16="http://schemas.microsoft.com/office/drawing/2014/main" id="{43431831-5E39-F8BA-F773-23FF2C39756B}"/>
                </a:ext>
              </a:extLst>
            </p:cNvPr>
            <p:cNvSpPr/>
            <p:nvPr/>
          </p:nvSpPr>
          <p:spPr>
            <a:xfrm>
              <a:off x="3881351" y="1583810"/>
              <a:ext cx="39918" cy="132276"/>
            </a:xfrm>
            <a:custGeom>
              <a:avLst/>
              <a:gdLst/>
              <a:ahLst/>
              <a:cxnLst/>
              <a:rect l="l" t="t" r="r" b="b"/>
              <a:pathLst>
                <a:path w="765" h="2535" fill="none" extrusionOk="0">
                  <a:moveTo>
                    <a:pt x="765" y="0"/>
                  </a:moveTo>
                  <a:lnTo>
                    <a:pt x="1" y="2535"/>
                  </a:ln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19;p53">
              <a:extLst>
                <a:ext uri="{FF2B5EF4-FFF2-40B4-BE49-F238E27FC236}">
                  <a16:creationId xmlns:a16="http://schemas.microsoft.com/office/drawing/2014/main" id="{BC3DDF9D-B748-1070-1ECB-BF8EAC8619BB}"/>
                </a:ext>
              </a:extLst>
            </p:cNvPr>
            <p:cNvSpPr/>
            <p:nvPr/>
          </p:nvSpPr>
          <p:spPr>
            <a:xfrm>
              <a:off x="3751632" y="1683003"/>
              <a:ext cx="77226" cy="481569"/>
            </a:xfrm>
            <a:custGeom>
              <a:avLst/>
              <a:gdLst/>
              <a:ahLst/>
              <a:cxnLst/>
              <a:rect l="l" t="t" r="r" b="b"/>
              <a:pathLst>
                <a:path w="1480" h="9229" fill="none" extrusionOk="0">
                  <a:moveTo>
                    <a:pt x="147" y="0"/>
                  </a:moveTo>
                  <a:cubicBezTo>
                    <a:pt x="131" y="861"/>
                    <a:pt x="17" y="2047"/>
                    <a:pt x="1" y="2925"/>
                  </a:cubicBezTo>
                  <a:cubicBezTo>
                    <a:pt x="1" y="3104"/>
                    <a:pt x="17" y="3282"/>
                    <a:pt x="50" y="3461"/>
                  </a:cubicBezTo>
                  <a:cubicBezTo>
                    <a:pt x="131" y="3737"/>
                    <a:pt x="261" y="3997"/>
                    <a:pt x="423" y="4241"/>
                  </a:cubicBezTo>
                  <a:cubicBezTo>
                    <a:pt x="1382" y="5849"/>
                    <a:pt x="1480" y="7377"/>
                    <a:pt x="1480" y="9229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20;p53">
              <a:extLst>
                <a:ext uri="{FF2B5EF4-FFF2-40B4-BE49-F238E27FC236}">
                  <a16:creationId xmlns:a16="http://schemas.microsoft.com/office/drawing/2014/main" id="{3411EAC7-6628-E091-3799-7F4A3CD36E8F}"/>
                </a:ext>
              </a:extLst>
            </p:cNvPr>
            <p:cNvSpPr/>
            <p:nvPr/>
          </p:nvSpPr>
          <p:spPr>
            <a:xfrm>
              <a:off x="3917825" y="1972914"/>
              <a:ext cx="83123" cy="178977"/>
            </a:xfrm>
            <a:custGeom>
              <a:avLst/>
              <a:gdLst/>
              <a:ahLst/>
              <a:cxnLst/>
              <a:rect l="l" t="t" r="r" b="b"/>
              <a:pathLst>
                <a:path w="1593" h="3430" fill="none" extrusionOk="0">
                  <a:moveTo>
                    <a:pt x="1593" y="1"/>
                  </a:moveTo>
                  <a:cubicBezTo>
                    <a:pt x="862" y="1041"/>
                    <a:pt x="326" y="2194"/>
                    <a:pt x="1" y="3429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21;p53">
              <a:extLst>
                <a:ext uri="{FF2B5EF4-FFF2-40B4-BE49-F238E27FC236}">
                  <a16:creationId xmlns:a16="http://schemas.microsoft.com/office/drawing/2014/main" id="{0C5A5601-D8C1-9D11-B078-C46FE11E9387}"/>
                </a:ext>
              </a:extLst>
            </p:cNvPr>
            <p:cNvSpPr/>
            <p:nvPr/>
          </p:nvSpPr>
          <p:spPr>
            <a:xfrm>
              <a:off x="1218406" y="1890575"/>
              <a:ext cx="998777" cy="1109973"/>
            </a:xfrm>
            <a:custGeom>
              <a:avLst/>
              <a:gdLst/>
              <a:ahLst/>
              <a:cxnLst/>
              <a:rect l="l" t="t" r="r" b="b"/>
              <a:pathLst>
                <a:path w="19141" h="21272" extrusionOk="0">
                  <a:moveTo>
                    <a:pt x="15235" y="1"/>
                  </a:moveTo>
                  <a:cubicBezTo>
                    <a:pt x="14717" y="1"/>
                    <a:pt x="14203" y="10"/>
                    <a:pt x="13697" y="19"/>
                  </a:cubicBezTo>
                  <a:cubicBezTo>
                    <a:pt x="11959" y="35"/>
                    <a:pt x="10269" y="588"/>
                    <a:pt x="8871" y="1628"/>
                  </a:cubicBezTo>
                  <a:cubicBezTo>
                    <a:pt x="7247" y="2830"/>
                    <a:pt x="5849" y="4926"/>
                    <a:pt x="4858" y="6713"/>
                  </a:cubicBezTo>
                  <a:cubicBezTo>
                    <a:pt x="3168" y="9719"/>
                    <a:pt x="0" y="16722"/>
                    <a:pt x="0" y="16722"/>
                  </a:cubicBezTo>
                  <a:lnTo>
                    <a:pt x="11926" y="21271"/>
                  </a:lnTo>
                  <a:lnTo>
                    <a:pt x="16167" y="11035"/>
                  </a:lnTo>
                  <a:lnTo>
                    <a:pt x="19140" y="328"/>
                  </a:lnTo>
                  <a:cubicBezTo>
                    <a:pt x="17882" y="60"/>
                    <a:pt x="16548" y="1"/>
                    <a:pt x="15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422;p53">
              <a:extLst>
                <a:ext uri="{FF2B5EF4-FFF2-40B4-BE49-F238E27FC236}">
                  <a16:creationId xmlns:a16="http://schemas.microsoft.com/office/drawing/2014/main" id="{E62ADFEF-CDB8-7767-8A94-75EC2A43B3D1}"/>
                </a:ext>
              </a:extLst>
            </p:cNvPr>
            <p:cNvSpPr/>
            <p:nvPr/>
          </p:nvSpPr>
          <p:spPr>
            <a:xfrm>
              <a:off x="1839816" y="2465544"/>
              <a:ext cx="222182" cy="520600"/>
            </a:xfrm>
            <a:custGeom>
              <a:avLst/>
              <a:gdLst/>
              <a:ahLst/>
              <a:cxnLst/>
              <a:rect l="l" t="t" r="r" b="b"/>
              <a:pathLst>
                <a:path w="4258" h="9977" fill="none" extrusionOk="0">
                  <a:moveTo>
                    <a:pt x="1" y="9976"/>
                  </a:moveTo>
                  <a:lnTo>
                    <a:pt x="4258" y="0"/>
                  </a:ln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423;p53">
              <a:extLst>
                <a:ext uri="{FF2B5EF4-FFF2-40B4-BE49-F238E27FC236}">
                  <a16:creationId xmlns:a16="http://schemas.microsoft.com/office/drawing/2014/main" id="{E3E3A27A-EEA8-4F21-1918-265FB1432964}"/>
                </a:ext>
              </a:extLst>
            </p:cNvPr>
            <p:cNvSpPr/>
            <p:nvPr/>
          </p:nvSpPr>
          <p:spPr>
            <a:xfrm>
              <a:off x="1057275" y="2773301"/>
              <a:ext cx="1492244" cy="849543"/>
            </a:xfrm>
            <a:custGeom>
              <a:avLst/>
              <a:gdLst/>
              <a:ahLst/>
              <a:cxnLst/>
              <a:rect l="l" t="t" r="r" b="b"/>
              <a:pathLst>
                <a:path w="28598" h="16281" extrusionOk="0">
                  <a:moveTo>
                    <a:pt x="3576" y="0"/>
                  </a:moveTo>
                  <a:cubicBezTo>
                    <a:pt x="3576" y="0"/>
                    <a:pt x="1707" y="3445"/>
                    <a:pt x="716" y="8660"/>
                  </a:cubicBezTo>
                  <a:cubicBezTo>
                    <a:pt x="0" y="12408"/>
                    <a:pt x="2463" y="16280"/>
                    <a:pt x="7854" y="16280"/>
                  </a:cubicBezTo>
                  <a:cubicBezTo>
                    <a:pt x="9194" y="16280"/>
                    <a:pt x="10716" y="16041"/>
                    <a:pt x="12414" y="15501"/>
                  </a:cubicBezTo>
                  <a:cubicBezTo>
                    <a:pt x="17971" y="13713"/>
                    <a:pt x="23382" y="11487"/>
                    <a:pt x="28597" y="8839"/>
                  </a:cubicBezTo>
                  <a:lnTo>
                    <a:pt x="25088" y="1121"/>
                  </a:lnTo>
                  <a:lnTo>
                    <a:pt x="12821" y="3477"/>
                  </a:lnTo>
                  <a:lnTo>
                    <a:pt x="3576" y="0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24;p53">
              <a:extLst>
                <a:ext uri="{FF2B5EF4-FFF2-40B4-BE49-F238E27FC236}">
                  <a16:creationId xmlns:a16="http://schemas.microsoft.com/office/drawing/2014/main" id="{8574F644-1492-14C9-4CF9-982246B66606}"/>
                </a:ext>
              </a:extLst>
            </p:cNvPr>
            <p:cNvSpPr/>
            <p:nvPr/>
          </p:nvSpPr>
          <p:spPr>
            <a:xfrm>
              <a:off x="2307816" y="2607682"/>
              <a:ext cx="993716" cy="661642"/>
            </a:xfrm>
            <a:custGeom>
              <a:avLst/>
              <a:gdLst/>
              <a:ahLst/>
              <a:cxnLst/>
              <a:rect l="l" t="t" r="r" b="b"/>
              <a:pathLst>
                <a:path w="19044" h="12680" extrusionOk="0">
                  <a:moveTo>
                    <a:pt x="11206" y="0"/>
                  </a:moveTo>
                  <a:cubicBezTo>
                    <a:pt x="11182" y="0"/>
                    <a:pt x="11157" y="2"/>
                    <a:pt x="11131" y="6"/>
                  </a:cubicBezTo>
                  <a:cubicBezTo>
                    <a:pt x="10676" y="54"/>
                    <a:pt x="9977" y="542"/>
                    <a:pt x="9311" y="851"/>
                  </a:cubicBezTo>
                  <a:cubicBezTo>
                    <a:pt x="7735" y="1582"/>
                    <a:pt x="2909" y="3596"/>
                    <a:pt x="1" y="4506"/>
                  </a:cubicBezTo>
                  <a:lnTo>
                    <a:pt x="3332" y="12679"/>
                  </a:lnTo>
                  <a:cubicBezTo>
                    <a:pt x="4095" y="12257"/>
                    <a:pt x="4875" y="11834"/>
                    <a:pt x="5720" y="11672"/>
                  </a:cubicBezTo>
                  <a:cubicBezTo>
                    <a:pt x="6110" y="11590"/>
                    <a:pt x="6516" y="11574"/>
                    <a:pt x="6906" y="11525"/>
                  </a:cubicBezTo>
                  <a:cubicBezTo>
                    <a:pt x="9538" y="11184"/>
                    <a:pt x="11586" y="9267"/>
                    <a:pt x="13714" y="7870"/>
                  </a:cubicBezTo>
                  <a:cubicBezTo>
                    <a:pt x="14656" y="7252"/>
                    <a:pt x="15534" y="6781"/>
                    <a:pt x="16655" y="6667"/>
                  </a:cubicBezTo>
                  <a:cubicBezTo>
                    <a:pt x="17597" y="6586"/>
                    <a:pt x="18491" y="6310"/>
                    <a:pt x="18361" y="5611"/>
                  </a:cubicBezTo>
                  <a:cubicBezTo>
                    <a:pt x="18316" y="5373"/>
                    <a:pt x="16517" y="5217"/>
                    <a:pt x="15888" y="5217"/>
                  </a:cubicBezTo>
                  <a:cubicBezTo>
                    <a:pt x="15829" y="5217"/>
                    <a:pt x="15781" y="5219"/>
                    <a:pt x="15745" y="5221"/>
                  </a:cubicBezTo>
                  <a:cubicBezTo>
                    <a:pt x="16216" y="5059"/>
                    <a:pt x="17971" y="4978"/>
                    <a:pt x="18540" y="4620"/>
                  </a:cubicBezTo>
                  <a:cubicBezTo>
                    <a:pt x="18930" y="4376"/>
                    <a:pt x="19043" y="3791"/>
                    <a:pt x="18865" y="3613"/>
                  </a:cubicBezTo>
                  <a:cubicBezTo>
                    <a:pt x="18686" y="3434"/>
                    <a:pt x="17711" y="3434"/>
                    <a:pt x="17711" y="3434"/>
                  </a:cubicBezTo>
                  <a:cubicBezTo>
                    <a:pt x="18036" y="3369"/>
                    <a:pt x="18328" y="3255"/>
                    <a:pt x="18605" y="3077"/>
                  </a:cubicBezTo>
                  <a:cubicBezTo>
                    <a:pt x="19011" y="2735"/>
                    <a:pt x="18832" y="2248"/>
                    <a:pt x="18588" y="2167"/>
                  </a:cubicBezTo>
                  <a:cubicBezTo>
                    <a:pt x="18274" y="2080"/>
                    <a:pt x="17931" y="2080"/>
                    <a:pt x="17593" y="2080"/>
                  </a:cubicBezTo>
                  <a:cubicBezTo>
                    <a:pt x="17424" y="2080"/>
                    <a:pt x="17256" y="2080"/>
                    <a:pt x="17094" y="2069"/>
                  </a:cubicBezTo>
                  <a:cubicBezTo>
                    <a:pt x="17321" y="1907"/>
                    <a:pt x="17532" y="1842"/>
                    <a:pt x="17451" y="1500"/>
                  </a:cubicBezTo>
                  <a:cubicBezTo>
                    <a:pt x="17383" y="1207"/>
                    <a:pt x="16072" y="1047"/>
                    <a:pt x="14814" y="1047"/>
                  </a:cubicBezTo>
                  <a:cubicBezTo>
                    <a:pt x="14259" y="1047"/>
                    <a:pt x="13714" y="1078"/>
                    <a:pt x="13292" y="1143"/>
                  </a:cubicBezTo>
                  <a:cubicBezTo>
                    <a:pt x="12024" y="1354"/>
                    <a:pt x="11082" y="1565"/>
                    <a:pt x="11082" y="1565"/>
                  </a:cubicBezTo>
                  <a:cubicBezTo>
                    <a:pt x="11293" y="1371"/>
                    <a:pt x="11456" y="1111"/>
                    <a:pt x="11537" y="834"/>
                  </a:cubicBezTo>
                  <a:cubicBezTo>
                    <a:pt x="11644" y="512"/>
                    <a:pt x="11621" y="0"/>
                    <a:pt x="11206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25;p53">
              <a:extLst>
                <a:ext uri="{FF2B5EF4-FFF2-40B4-BE49-F238E27FC236}">
                  <a16:creationId xmlns:a16="http://schemas.microsoft.com/office/drawing/2014/main" id="{518466B8-6348-570C-6461-9C32FC3B0543}"/>
                </a:ext>
              </a:extLst>
            </p:cNvPr>
            <p:cNvSpPr/>
            <p:nvPr/>
          </p:nvSpPr>
          <p:spPr>
            <a:xfrm>
              <a:off x="2724107" y="2689343"/>
              <a:ext cx="161967" cy="37361"/>
            </a:xfrm>
            <a:custGeom>
              <a:avLst/>
              <a:gdLst/>
              <a:ahLst/>
              <a:cxnLst/>
              <a:rect l="l" t="t" r="r" b="b"/>
              <a:pathLst>
                <a:path w="3104" h="716" fill="none" extrusionOk="0">
                  <a:moveTo>
                    <a:pt x="3104" y="0"/>
                  </a:moveTo>
                  <a:lnTo>
                    <a:pt x="0" y="715"/>
                  </a:ln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26;p53">
              <a:extLst>
                <a:ext uri="{FF2B5EF4-FFF2-40B4-BE49-F238E27FC236}">
                  <a16:creationId xmlns:a16="http://schemas.microsoft.com/office/drawing/2014/main" id="{E772EBCA-9FEF-5730-C214-634B34C9E96A}"/>
                </a:ext>
              </a:extLst>
            </p:cNvPr>
            <p:cNvSpPr/>
            <p:nvPr/>
          </p:nvSpPr>
          <p:spPr>
            <a:xfrm>
              <a:off x="2857218" y="2715642"/>
              <a:ext cx="341727" cy="36474"/>
            </a:xfrm>
            <a:custGeom>
              <a:avLst/>
              <a:gdLst/>
              <a:ahLst/>
              <a:cxnLst/>
              <a:rect l="l" t="t" r="r" b="b"/>
              <a:pathLst>
                <a:path w="6549" h="699" fill="none" extrusionOk="0">
                  <a:moveTo>
                    <a:pt x="0" y="699"/>
                  </a:moveTo>
                  <a:cubicBezTo>
                    <a:pt x="0" y="699"/>
                    <a:pt x="2015" y="195"/>
                    <a:pt x="3234" y="98"/>
                  </a:cubicBezTo>
                  <a:cubicBezTo>
                    <a:pt x="4452" y="16"/>
                    <a:pt x="6548" y="0"/>
                    <a:pt x="6548" y="0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27;p53">
              <a:extLst>
                <a:ext uri="{FF2B5EF4-FFF2-40B4-BE49-F238E27FC236}">
                  <a16:creationId xmlns:a16="http://schemas.microsoft.com/office/drawing/2014/main" id="{253CB276-D840-760F-A831-288C7B328C3B}"/>
                </a:ext>
              </a:extLst>
            </p:cNvPr>
            <p:cNvSpPr/>
            <p:nvPr/>
          </p:nvSpPr>
          <p:spPr>
            <a:xfrm>
              <a:off x="2895361" y="2786815"/>
              <a:ext cx="336613" cy="40753"/>
            </a:xfrm>
            <a:custGeom>
              <a:avLst/>
              <a:gdLst/>
              <a:ahLst/>
              <a:cxnLst/>
              <a:rect l="l" t="t" r="r" b="b"/>
              <a:pathLst>
                <a:path w="6451" h="781" fill="none" extrusionOk="0">
                  <a:moveTo>
                    <a:pt x="1" y="781"/>
                  </a:moveTo>
                  <a:cubicBezTo>
                    <a:pt x="1" y="781"/>
                    <a:pt x="2958" y="277"/>
                    <a:pt x="3689" y="147"/>
                  </a:cubicBezTo>
                  <a:cubicBezTo>
                    <a:pt x="4436" y="33"/>
                    <a:pt x="6451" y="1"/>
                    <a:pt x="6451" y="1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28;p53">
              <a:extLst>
                <a:ext uri="{FF2B5EF4-FFF2-40B4-BE49-F238E27FC236}">
                  <a16:creationId xmlns:a16="http://schemas.microsoft.com/office/drawing/2014/main" id="{83408314-FB23-24E1-7198-8494DE66A93A}"/>
                </a:ext>
              </a:extLst>
            </p:cNvPr>
            <p:cNvSpPr/>
            <p:nvPr/>
          </p:nvSpPr>
          <p:spPr>
            <a:xfrm>
              <a:off x="2929278" y="2880948"/>
              <a:ext cx="200110" cy="46701"/>
            </a:xfrm>
            <a:custGeom>
              <a:avLst/>
              <a:gdLst/>
              <a:ahLst/>
              <a:cxnLst/>
              <a:rect l="l" t="t" r="r" b="b"/>
              <a:pathLst>
                <a:path w="3835" h="895" fill="none" extrusionOk="0">
                  <a:moveTo>
                    <a:pt x="3835" y="1"/>
                  </a:moveTo>
                  <a:cubicBezTo>
                    <a:pt x="3835" y="1"/>
                    <a:pt x="3689" y="1"/>
                    <a:pt x="2958" y="114"/>
                  </a:cubicBezTo>
                  <a:cubicBezTo>
                    <a:pt x="2243" y="212"/>
                    <a:pt x="0" y="894"/>
                    <a:pt x="0" y="894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29;p53">
              <a:extLst>
                <a:ext uri="{FF2B5EF4-FFF2-40B4-BE49-F238E27FC236}">
                  <a16:creationId xmlns:a16="http://schemas.microsoft.com/office/drawing/2014/main" id="{79347E47-5B15-8243-0B87-40BE6AB08047}"/>
                </a:ext>
              </a:extLst>
            </p:cNvPr>
            <p:cNvSpPr/>
            <p:nvPr/>
          </p:nvSpPr>
          <p:spPr>
            <a:xfrm>
              <a:off x="2899588" y="2139942"/>
              <a:ext cx="1029303" cy="1378648"/>
            </a:xfrm>
            <a:custGeom>
              <a:avLst/>
              <a:gdLst/>
              <a:ahLst/>
              <a:cxnLst/>
              <a:rect l="l" t="t" r="r" b="b"/>
              <a:pathLst>
                <a:path w="19726" h="26421" extrusionOk="0">
                  <a:moveTo>
                    <a:pt x="11943" y="1"/>
                  </a:moveTo>
                  <a:lnTo>
                    <a:pt x="3575" y="16021"/>
                  </a:lnTo>
                  <a:lnTo>
                    <a:pt x="1" y="18426"/>
                  </a:lnTo>
                  <a:cubicBezTo>
                    <a:pt x="1338" y="24437"/>
                    <a:pt x="4355" y="26420"/>
                    <a:pt x="6972" y="26420"/>
                  </a:cubicBezTo>
                  <a:cubicBezTo>
                    <a:pt x="6994" y="26420"/>
                    <a:pt x="7015" y="26420"/>
                    <a:pt x="7036" y="26420"/>
                  </a:cubicBezTo>
                  <a:cubicBezTo>
                    <a:pt x="9766" y="26404"/>
                    <a:pt x="12154" y="24795"/>
                    <a:pt x="13633" y="21221"/>
                  </a:cubicBezTo>
                  <a:cubicBezTo>
                    <a:pt x="16168" y="15063"/>
                    <a:pt x="19726" y="3754"/>
                    <a:pt x="19726" y="3754"/>
                  </a:cubicBezTo>
                  <a:lnTo>
                    <a:pt x="11943" y="1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430;p53">
              <a:extLst>
                <a:ext uri="{FF2B5EF4-FFF2-40B4-BE49-F238E27FC236}">
                  <a16:creationId xmlns:a16="http://schemas.microsoft.com/office/drawing/2014/main" id="{E04F98B9-86C5-0601-0488-CF0D27EC4667}"/>
                </a:ext>
              </a:extLst>
            </p:cNvPr>
            <p:cNvSpPr/>
            <p:nvPr/>
          </p:nvSpPr>
          <p:spPr>
            <a:xfrm>
              <a:off x="3015740" y="2707971"/>
              <a:ext cx="210338" cy="525714"/>
            </a:xfrm>
            <a:custGeom>
              <a:avLst/>
              <a:gdLst/>
              <a:ahLst/>
              <a:cxnLst/>
              <a:rect l="l" t="t" r="r" b="b"/>
              <a:pathLst>
                <a:path w="4031" h="10075" fill="none" extrusionOk="0">
                  <a:moveTo>
                    <a:pt x="4030" y="1"/>
                  </a:moveTo>
                  <a:cubicBezTo>
                    <a:pt x="4030" y="1"/>
                    <a:pt x="1853" y="4177"/>
                    <a:pt x="1349" y="5135"/>
                  </a:cubicBezTo>
                  <a:cubicBezTo>
                    <a:pt x="829" y="6094"/>
                    <a:pt x="1" y="7735"/>
                    <a:pt x="261" y="10075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431;p53">
              <a:extLst>
                <a:ext uri="{FF2B5EF4-FFF2-40B4-BE49-F238E27FC236}">
                  <a16:creationId xmlns:a16="http://schemas.microsoft.com/office/drawing/2014/main" id="{DD52603E-E1CF-76B8-AD51-83C30C094974}"/>
                </a:ext>
              </a:extLst>
            </p:cNvPr>
            <p:cNvSpPr/>
            <p:nvPr/>
          </p:nvSpPr>
          <p:spPr>
            <a:xfrm>
              <a:off x="2894526" y="2986090"/>
              <a:ext cx="180647" cy="119597"/>
            </a:xfrm>
            <a:custGeom>
              <a:avLst/>
              <a:gdLst/>
              <a:ahLst/>
              <a:cxnLst/>
              <a:rect l="l" t="t" r="r" b="b"/>
              <a:pathLst>
                <a:path w="3462" h="2292" fill="none" extrusionOk="0">
                  <a:moveTo>
                    <a:pt x="0" y="2291"/>
                  </a:moveTo>
                  <a:cubicBezTo>
                    <a:pt x="926" y="1593"/>
                    <a:pt x="1869" y="926"/>
                    <a:pt x="2844" y="293"/>
                  </a:cubicBezTo>
                  <a:cubicBezTo>
                    <a:pt x="3055" y="179"/>
                    <a:pt x="3250" y="82"/>
                    <a:pt x="3461" y="0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432;p53">
              <a:extLst>
                <a:ext uri="{FF2B5EF4-FFF2-40B4-BE49-F238E27FC236}">
                  <a16:creationId xmlns:a16="http://schemas.microsoft.com/office/drawing/2014/main" id="{A75AB5D4-2A19-C83B-11E8-1B6760A64F05}"/>
                </a:ext>
              </a:extLst>
            </p:cNvPr>
            <p:cNvSpPr/>
            <p:nvPr/>
          </p:nvSpPr>
          <p:spPr>
            <a:xfrm>
              <a:off x="1308260" y="2952173"/>
              <a:ext cx="412065" cy="123823"/>
            </a:xfrm>
            <a:custGeom>
              <a:avLst/>
              <a:gdLst/>
              <a:ahLst/>
              <a:cxnLst/>
              <a:rect l="l" t="t" r="r" b="b"/>
              <a:pathLst>
                <a:path w="7897" h="2373" fill="none" extrusionOk="0">
                  <a:moveTo>
                    <a:pt x="7897" y="0"/>
                  </a:moveTo>
                  <a:cubicBezTo>
                    <a:pt x="5151" y="293"/>
                    <a:pt x="2470" y="1105"/>
                    <a:pt x="0" y="2373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433;p53">
              <a:extLst>
                <a:ext uri="{FF2B5EF4-FFF2-40B4-BE49-F238E27FC236}">
                  <a16:creationId xmlns:a16="http://schemas.microsoft.com/office/drawing/2014/main" id="{5FBDD6EB-9B14-7D13-F62D-970225272A2C}"/>
                </a:ext>
              </a:extLst>
            </p:cNvPr>
            <p:cNvSpPr/>
            <p:nvPr/>
          </p:nvSpPr>
          <p:spPr>
            <a:xfrm>
              <a:off x="1308260" y="2569799"/>
              <a:ext cx="602836" cy="250986"/>
            </a:xfrm>
            <a:custGeom>
              <a:avLst/>
              <a:gdLst/>
              <a:ahLst/>
              <a:cxnLst/>
              <a:rect l="l" t="t" r="r" b="b"/>
              <a:pathLst>
                <a:path w="11553" h="4810" fill="none" extrusionOk="0">
                  <a:moveTo>
                    <a:pt x="0" y="1"/>
                  </a:moveTo>
                  <a:lnTo>
                    <a:pt x="11553" y="4810"/>
                  </a:ln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434;p53">
              <a:extLst>
                <a:ext uri="{FF2B5EF4-FFF2-40B4-BE49-F238E27FC236}">
                  <a16:creationId xmlns:a16="http://schemas.microsoft.com/office/drawing/2014/main" id="{4951B99D-FCA1-3D53-7F33-F3CBB6478A41}"/>
                </a:ext>
              </a:extLst>
            </p:cNvPr>
            <p:cNvSpPr/>
            <p:nvPr/>
          </p:nvSpPr>
          <p:spPr>
            <a:xfrm>
              <a:off x="2174706" y="2008553"/>
              <a:ext cx="646928" cy="228966"/>
            </a:xfrm>
            <a:custGeom>
              <a:avLst/>
              <a:gdLst/>
              <a:ahLst/>
              <a:cxnLst/>
              <a:rect l="l" t="t" r="r" b="b"/>
              <a:pathLst>
                <a:path w="12398" h="4388" fill="none" extrusionOk="0">
                  <a:moveTo>
                    <a:pt x="1" y="0"/>
                  </a:moveTo>
                  <a:cubicBezTo>
                    <a:pt x="1739" y="2616"/>
                    <a:pt x="4599" y="4225"/>
                    <a:pt x="7735" y="4355"/>
                  </a:cubicBezTo>
                  <a:cubicBezTo>
                    <a:pt x="8791" y="4387"/>
                    <a:pt x="9880" y="4225"/>
                    <a:pt x="10806" y="3656"/>
                  </a:cubicBezTo>
                  <a:cubicBezTo>
                    <a:pt x="11716" y="3104"/>
                    <a:pt x="12398" y="2096"/>
                    <a:pt x="12398" y="991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435;p53">
              <a:extLst>
                <a:ext uri="{FF2B5EF4-FFF2-40B4-BE49-F238E27FC236}">
                  <a16:creationId xmlns:a16="http://schemas.microsoft.com/office/drawing/2014/main" id="{B45F7FFE-E7D7-71CA-6D0C-E74FC15AEA0B}"/>
                </a:ext>
              </a:extLst>
            </p:cNvPr>
            <p:cNvSpPr/>
            <p:nvPr/>
          </p:nvSpPr>
          <p:spPr>
            <a:xfrm>
              <a:off x="2217963" y="3726208"/>
              <a:ext cx="456158" cy="68721"/>
            </a:xfrm>
            <a:custGeom>
              <a:avLst/>
              <a:gdLst/>
              <a:ahLst/>
              <a:cxnLst/>
              <a:rect l="l" t="t" r="r" b="b"/>
              <a:pathLst>
                <a:path w="8742" h="1317" fill="none" extrusionOk="0">
                  <a:moveTo>
                    <a:pt x="0" y="1"/>
                  </a:moveTo>
                  <a:cubicBezTo>
                    <a:pt x="2844" y="862"/>
                    <a:pt x="5785" y="1301"/>
                    <a:pt x="8742" y="1317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436;p53">
              <a:extLst>
                <a:ext uri="{FF2B5EF4-FFF2-40B4-BE49-F238E27FC236}">
                  <a16:creationId xmlns:a16="http://schemas.microsoft.com/office/drawing/2014/main" id="{0C95A484-1E71-D859-0D18-11A098A52076}"/>
                </a:ext>
              </a:extLst>
            </p:cNvPr>
            <p:cNvSpPr/>
            <p:nvPr/>
          </p:nvSpPr>
          <p:spPr>
            <a:xfrm>
              <a:off x="2413794" y="3624458"/>
              <a:ext cx="284955" cy="105195"/>
            </a:xfrm>
            <a:custGeom>
              <a:avLst/>
              <a:gdLst/>
              <a:ahLst/>
              <a:cxnLst/>
              <a:rect l="l" t="t" r="r" b="b"/>
              <a:pathLst>
                <a:path w="5461" h="2016" fill="none" extrusionOk="0">
                  <a:moveTo>
                    <a:pt x="1" y="1"/>
                  </a:moveTo>
                  <a:cubicBezTo>
                    <a:pt x="1739" y="878"/>
                    <a:pt x="3575" y="1545"/>
                    <a:pt x="5460" y="2016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437;p53">
              <a:extLst>
                <a:ext uri="{FF2B5EF4-FFF2-40B4-BE49-F238E27FC236}">
                  <a16:creationId xmlns:a16="http://schemas.microsoft.com/office/drawing/2014/main" id="{25D3BAAE-2114-78D6-6124-968FF15918D6}"/>
                </a:ext>
              </a:extLst>
            </p:cNvPr>
            <p:cNvSpPr/>
            <p:nvPr/>
          </p:nvSpPr>
          <p:spPr>
            <a:xfrm>
              <a:off x="2208623" y="1519367"/>
              <a:ext cx="586764" cy="636439"/>
            </a:xfrm>
            <a:custGeom>
              <a:avLst/>
              <a:gdLst/>
              <a:ahLst/>
              <a:cxnLst/>
              <a:rect l="l" t="t" r="r" b="b"/>
              <a:pathLst>
                <a:path w="11245" h="12197" extrusionOk="0">
                  <a:moveTo>
                    <a:pt x="2568" y="0"/>
                  </a:moveTo>
                  <a:lnTo>
                    <a:pt x="1" y="7751"/>
                  </a:lnTo>
                  <a:cubicBezTo>
                    <a:pt x="1" y="7751"/>
                    <a:pt x="3039" y="11569"/>
                    <a:pt x="6094" y="12105"/>
                  </a:cubicBezTo>
                  <a:cubicBezTo>
                    <a:pt x="6460" y="12168"/>
                    <a:pt x="6802" y="12196"/>
                    <a:pt x="7120" y="12196"/>
                  </a:cubicBezTo>
                  <a:cubicBezTo>
                    <a:pt x="9661" y="12196"/>
                    <a:pt x="10676" y="10399"/>
                    <a:pt x="10676" y="10399"/>
                  </a:cubicBezTo>
                  <a:lnTo>
                    <a:pt x="11244" y="6256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438;p53">
              <a:extLst>
                <a:ext uri="{FF2B5EF4-FFF2-40B4-BE49-F238E27FC236}">
                  <a16:creationId xmlns:a16="http://schemas.microsoft.com/office/drawing/2014/main" id="{BBA4A5E8-EDA5-3A9C-0527-A21754F43269}"/>
                </a:ext>
              </a:extLst>
            </p:cNvPr>
            <p:cNvSpPr/>
            <p:nvPr/>
          </p:nvSpPr>
          <p:spPr>
            <a:xfrm>
              <a:off x="2371424" y="1087266"/>
              <a:ext cx="680845" cy="863944"/>
            </a:xfrm>
            <a:custGeom>
              <a:avLst/>
              <a:gdLst/>
              <a:ahLst/>
              <a:cxnLst/>
              <a:rect l="l" t="t" r="r" b="b"/>
              <a:pathLst>
                <a:path w="13048" h="16557" extrusionOk="0">
                  <a:moveTo>
                    <a:pt x="7250" y="0"/>
                  </a:moveTo>
                  <a:cubicBezTo>
                    <a:pt x="5597" y="0"/>
                    <a:pt x="3805" y="269"/>
                    <a:pt x="2454" y="1213"/>
                  </a:cubicBezTo>
                  <a:cubicBezTo>
                    <a:pt x="1154" y="2172"/>
                    <a:pt x="309" y="3618"/>
                    <a:pt x="114" y="5210"/>
                  </a:cubicBezTo>
                  <a:cubicBezTo>
                    <a:pt x="33" y="5747"/>
                    <a:pt x="0" y="6299"/>
                    <a:pt x="17" y="6851"/>
                  </a:cubicBezTo>
                  <a:cubicBezTo>
                    <a:pt x="82" y="11076"/>
                    <a:pt x="2356" y="16162"/>
                    <a:pt x="7117" y="16535"/>
                  </a:cubicBezTo>
                  <a:cubicBezTo>
                    <a:pt x="7298" y="16549"/>
                    <a:pt x="7478" y="16556"/>
                    <a:pt x="7656" y="16556"/>
                  </a:cubicBezTo>
                  <a:cubicBezTo>
                    <a:pt x="9751" y="16556"/>
                    <a:pt x="11537" y="15579"/>
                    <a:pt x="12316" y="13497"/>
                  </a:cubicBezTo>
                  <a:cubicBezTo>
                    <a:pt x="13047" y="11515"/>
                    <a:pt x="12739" y="9337"/>
                    <a:pt x="12414" y="7306"/>
                  </a:cubicBezTo>
                  <a:cubicBezTo>
                    <a:pt x="12121" y="5617"/>
                    <a:pt x="12008" y="3813"/>
                    <a:pt x="11536" y="2172"/>
                  </a:cubicBezTo>
                  <a:cubicBezTo>
                    <a:pt x="11098" y="645"/>
                    <a:pt x="9229" y="76"/>
                    <a:pt x="7832" y="11"/>
                  </a:cubicBezTo>
                  <a:cubicBezTo>
                    <a:pt x="7641" y="4"/>
                    <a:pt x="7446" y="0"/>
                    <a:pt x="7250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439;p53">
              <a:extLst>
                <a:ext uri="{FF2B5EF4-FFF2-40B4-BE49-F238E27FC236}">
                  <a16:creationId xmlns:a16="http://schemas.microsoft.com/office/drawing/2014/main" id="{54F17B37-41BC-B394-84F8-5A8FDC45978D}"/>
                </a:ext>
              </a:extLst>
            </p:cNvPr>
            <p:cNvSpPr/>
            <p:nvPr/>
          </p:nvSpPr>
          <p:spPr>
            <a:xfrm>
              <a:off x="2858887" y="1437132"/>
              <a:ext cx="84010" cy="201832"/>
            </a:xfrm>
            <a:custGeom>
              <a:avLst/>
              <a:gdLst/>
              <a:ahLst/>
              <a:cxnLst/>
              <a:rect l="l" t="t" r="r" b="b"/>
              <a:pathLst>
                <a:path w="1610" h="3868" fill="none" extrusionOk="0">
                  <a:moveTo>
                    <a:pt x="33" y="0"/>
                  </a:moveTo>
                  <a:cubicBezTo>
                    <a:pt x="1" y="439"/>
                    <a:pt x="196" y="796"/>
                    <a:pt x="456" y="1154"/>
                  </a:cubicBezTo>
                  <a:lnTo>
                    <a:pt x="1317" y="2389"/>
                  </a:lnTo>
                  <a:cubicBezTo>
                    <a:pt x="1512" y="2665"/>
                    <a:pt x="1609" y="3055"/>
                    <a:pt x="1382" y="3347"/>
                  </a:cubicBezTo>
                  <a:cubicBezTo>
                    <a:pt x="1106" y="3689"/>
                    <a:pt x="537" y="3754"/>
                    <a:pt x="131" y="3867"/>
                  </a:cubicBezTo>
                </a:path>
              </a:pathLst>
            </a:custGeom>
            <a:solidFill>
              <a:schemeClr val="dk1"/>
            </a:solidFill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440;p53">
              <a:extLst>
                <a:ext uri="{FF2B5EF4-FFF2-40B4-BE49-F238E27FC236}">
                  <a16:creationId xmlns:a16="http://schemas.microsoft.com/office/drawing/2014/main" id="{4FF4491B-77D9-5E10-FD42-61E40370FF39}"/>
                </a:ext>
              </a:extLst>
            </p:cNvPr>
            <p:cNvSpPr/>
            <p:nvPr/>
          </p:nvSpPr>
          <p:spPr>
            <a:xfrm>
              <a:off x="2680015" y="1491817"/>
              <a:ext cx="47536" cy="58494"/>
            </a:xfrm>
            <a:custGeom>
              <a:avLst/>
              <a:gdLst/>
              <a:ahLst/>
              <a:cxnLst/>
              <a:rect l="l" t="t" r="r" b="b"/>
              <a:pathLst>
                <a:path w="911" h="1121" extrusionOk="0">
                  <a:moveTo>
                    <a:pt x="371" y="1"/>
                  </a:moveTo>
                  <a:cubicBezTo>
                    <a:pt x="350" y="1"/>
                    <a:pt x="329" y="3"/>
                    <a:pt x="309" y="8"/>
                  </a:cubicBezTo>
                  <a:cubicBezTo>
                    <a:pt x="98" y="57"/>
                    <a:pt x="1" y="350"/>
                    <a:pt x="82" y="658"/>
                  </a:cubicBezTo>
                  <a:cubicBezTo>
                    <a:pt x="155" y="935"/>
                    <a:pt x="345" y="1121"/>
                    <a:pt x="536" y="1121"/>
                  </a:cubicBezTo>
                  <a:cubicBezTo>
                    <a:pt x="558" y="1121"/>
                    <a:pt x="580" y="1118"/>
                    <a:pt x="602" y="1113"/>
                  </a:cubicBezTo>
                  <a:cubicBezTo>
                    <a:pt x="813" y="1064"/>
                    <a:pt x="910" y="772"/>
                    <a:pt x="829" y="463"/>
                  </a:cubicBezTo>
                  <a:cubicBezTo>
                    <a:pt x="756" y="186"/>
                    <a:pt x="553" y="1"/>
                    <a:pt x="37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441;p53">
              <a:extLst>
                <a:ext uri="{FF2B5EF4-FFF2-40B4-BE49-F238E27FC236}">
                  <a16:creationId xmlns:a16="http://schemas.microsoft.com/office/drawing/2014/main" id="{4F74D656-3BDF-D206-183E-EF9522F2BEE3}"/>
                </a:ext>
              </a:extLst>
            </p:cNvPr>
            <p:cNvSpPr/>
            <p:nvPr/>
          </p:nvSpPr>
          <p:spPr>
            <a:xfrm>
              <a:off x="2925051" y="1440106"/>
              <a:ext cx="46649" cy="58702"/>
            </a:xfrm>
            <a:custGeom>
              <a:avLst/>
              <a:gdLst/>
              <a:ahLst/>
              <a:cxnLst/>
              <a:rect l="l" t="t" r="r" b="b"/>
              <a:pathLst>
                <a:path w="894" h="1125" extrusionOk="0">
                  <a:moveTo>
                    <a:pt x="358" y="1"/>
                  </a:moveTo>
                  <a:cubicBezTo>
                    <a:pt x="336" y="1"/>
                    <a:pt x="314" y="3"/>
                    <a:pt x="293" y="8"/>
                  </a:cubicBezTo>
                  <a:cubicBezTo>
                    <a:pt x="98" y="73"/>
                    <a:pt x="0" y="366"/>
                    <a:pt x="81" y="658"/>
                  </a:cubicBezTo>
                  <a:cubicBezTo>
                    <a:pt x="139" y="929"/>
                    <a:pt x="321" y="1125"/>
                    <a:pt x="507" y="1125"/>
                  </a:cubicBezTo>
                  <a:cubicBezTo>
                    <a:pt x="533" y="1125"/>
                    <a:pt x="559" y="1121"/>
                    <a:pt x="585" y="1113"/>
                  </a:cubicBezTo>
                  <a:cubicBezTo>
                    <a:pt x="796" y="1064"/>
                    <a:pt x="894" y="772"/>
                    <a:pt x="813" y="463"/>
                  </a:cubicBezTo>
                  <a:cubicBezTo>
                    <a:pt x="740" y="186"/>
                    <a:pt x="549" y="1"/>
                    <a:pt x="3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442;p53">
              <a:extLst>
                <a:ext uri="{FF2B5EF4-FFF2-40B4-BE49-F238E27FC236}">
                  <a16:creationId xmlns:a16="http://schemas.microsoft.com/office/drawing/2014/main" id="{5E33E42A-3285-B41F-2F51-F91147B5E2B1}"/>
                </a:ext>
              </a:extLst>
            </p:cNvPr>
            <p:cNvSpPr/>
            <p:nvPr/>
          </p:nvSpPr>
          <p:spPr>
            <a:xfrm>
              <a:off x="2124717" y="852144"/>
              <a:ext cx="952128" cy="887686"/>
            </a:xfrm>
            <a:custGeom>
              <a:avLst/>
              <a:gdLst/>
              <a:ahLst/>
              <a:cxnLst/>
              <a:rect l="l" t="t" r="r" b="b"/>
              <a:pathLst>
                <a:path w="18247" h="17012" extrusionOk="0">
                  <a:moveTo>
                    <a:pt x="12746" y="0"/>
                  </a:moveTo>
                  <a:cubicBezTo>
                    <a:pt x="11939" y="0"/>
                    <a:pt x="11148" y="264"/>
                    <a:pt x="10643" y="878"/>
                  </a:cubicBezTo>
                  <a:cubicBezTo>
                    <a:pt x="10399" y="1170"/>
                    <a:pt x="10236" y="1527"/>
                    <a:pt x="9993" y="1820"/>
                  </a:cubicBezTo>
                  <a:cubicBezTo>
                    <a:pt x="9408" y="2519"/>
                    <a:pt x="8465" y="2811"/>
                    <a:pt x="7572" y="2925"/>
                  </a:cubicBezTo>
                  <a:cubicBezTo>
                    <a:pt x="6662" y="3022"/>
                    <a:pt x="5736" y="2990"/>
                    <a:pt x="4858" y="3233"/>
                  </a:cubicBezTo>
                  <a:cubicBezTo>
                    <a:pt x="3445" y="3607"/>
                    <a:pt x="2047" y="4290"/>
                    <a:pt x="1056" y="5394"/>
                  </a:cubicBezTo>
                  <a:cubicBezTo>
                    <a:pt x="114" y="6434"/>
                    <a:pt x="0" y="8027"/>
                    <a:pt x="195" y="9359"/>
                  </a:cubicBezTo>
                  <a:cubicBezTo>
                    <a:pt x="423" y="10805"/>
                    <a:pt x="1121" y="12072"/>
                    <a:pt x="1544" y="13437"/>
                  </a:cubicBezTo>
                  <a:cubicBezTo>
                    <a:pt x="1755" y="14103"/>
                    <a:pt x="1544" y="15289"/>
                    <a:pt x="1804" y="15939"/>
                  </a:cubicBezTo>
                  <a:cubicBezTo>
                    <a:pt x="2015" y="16411"/>
                    <a:pt x="2372" y="16784"/>
                    <a:pt x="2844" y="17012"/>
                  </a:cubicBezTo>
                  <a:cubicBezTo>
                    <a:pt x="2844" y="17012"/>
                    <a:pt x="4208" y="15939"/>
                    <a:pt x="4485" y="15208"/>
                  </a:cubicBezTo>
                  <a:cubicBezTo>
                    <a:pt x="4631" y="14851"/>
                    <a:pt x="4761" y="14493"/>
                    <a:pt x="4891" y="14136"/>
                  </a:cubicBezTo>
                  <a:cubicBezTo>
                    <a:pt x="5053" y="13730"/>
                    <a:pt x="5167" y="13697"/>
                    <a:pt x="5573" y="13600"/>
                  </a:cubicBezTo>
                  <a:cubicBezTo>
                    <a:pt x="6532" y="13340"/>
                    <a:pt x="7214" y="12511"/>
                    <a:pt x="7312" y="11536"/>
                  </a:cubicBezTo>
                  <a:cubicBezTo>
                    <a:pt x="7360" y="11049"/>
                    <a:pt x="7312" y="10561"/>
                    <a:pt x="7182" y="10106"/>
                  </a:cubicBezTo>
                  <a:cubicBezTo>
                    <a:pt x="7101" y="9863"/>
                    <a:pt x="6694" y="8920"/>
                    <a:pt x="6353" y="8920"/>
                  </a:cubicBezTo>
                  <a:cubicBezTo>
                    <a:pt x="6932" y="8920"/>
                    <a:pt x="7513" y="8935"/>
                    <a:pt x="8094" y="8935"/>
                  </a:cubicBezTo>
                  <a:cubicBezTo>
                    <a:pt x="9015" y="8935"/>
                    <a:pt x="9938" y="8898"/>
                    <a:pt x="10854" y="8709"/>
                  </a:cubicBezTo>
                  <a:cubicBezTo>
                    <a:pt x="12332" y="8417"/>
                    <a:pt x="14168" y="7718"/>
                    <a:pt x="15419" y="6857"/>
                  </a:cubicBezTo>
                  <a:cubicBezTo>
                    <a:pt x="16346" y="7588"/>
                    <a:pt x="16606" y="9018"/>
                    <a:pt x="16914" y="10269"/>
                  </a:cubicBezTo>
                  <a:cubicBezTo>
                    <a:pt x="18247" y="7360"/>
                    <a:pt x="17402" y="3575"/>
                    <a:pt x="16768" y="2519"/>
                  </a:cubicBezTo>
                  <a:cubicBezTo>
                    <a:pt x="16134" y="1430"/>
                    <a:pt x="15143" y="618"/>
                    <a:pt x="13957" y="195"/>
                  </a:cubicBezTo>
                  <a:cubicBezTo>
                    <a:pt x="13573" y="69"/>
                    <a:pt x="13157" y="0"/>
                    <a:pt x="127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443;p53">
              <a:extLst>
                <a:ext uri="{FF2B5EF4-FFF2-40B4-BE49-F238E27FC236}">
                  <a16:creationId xmlns:a16="http://schemas.microsoft.com/office/drawing/2014/main" id="{FBAF3B55-4A66-8180-4068-0C7BC5612CD5}"/>
                </a:ext>
              </a:extLst>
            </p:cNvPr>
            <p:cNvSpPr/>
            <p:nvPr/>
          </p:nvSpPr>
          <p:spPr>
            <a:xfrm>
              <a:off x="2298476" y="1490877"/>
              <a:ext cx="228131" cy="277180"/>
            </a:xfrm>
            <a:custGeom>
              <a:avLst/>
              <a:gdLst/>
              <a:ahLst/>
              <a:cxnLst/>
              <a:rect l="l" t="t" r="r" b="b"/>
              <a:pathLst>
                <a:path w="4372" h="5312" extrusionOk="0">
                  <a:moveTo>
                    <a:pt x="2246" y="0"/>
                  </a:moveTo>
                  <a:cubicBezTo>
                    <a:pt x="1964" y="0"/>
                    <a:pt x="1680" y="62"/>
                    <a:pt x="1415" y="189"/>
                  </a:cubicBezTo>
                  <a:cubicBezTo>
                    <a:pt x="50" y="839"/>
                    <a:pt x="1" y="2756"/>
                    <a:pt x="732" y="3991"/>
                  </a:cubicBezTo>
                  <a:cubicBezTo>
                    <a:pt x="1145" y="4676"/>
                    <a:pt x="2052" y="5311"/>
                    <a:pt x="2926" y="5311"/>
                  </a:cubicBezTo>
                  <a:cubicBezTo>
                    <a:pt x="3460" y="5311"/>
                    <a:pt x="3983" y="5073"/>
                    <a:pt x="4372" y="4462"/>
                  </a:cubicBezTo>
                  <a:lnTo>
                    <a:pt x="3706" y="660"/>
                  </a:lnTo>
                  <a:cubicBezTo>
                    <a:pt x="3330" y="231"/>
                    <a:pt x="2792" y="0"/>
                    <a:pt x="2246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444;p53">
              <a:extLst>
                <a:ext uri="{FF2B5EF4-FFF2-40B4-BE49-F238E27FC236}">
                  <a16:creationId xmlns:a16="http://schemas.microsoft.com/office/drawing/2014/main" id="{E860A513-9C17-D7D4-FBBE-465281D7B9E7}"/>
                </a:ext>
              </a:extLst>
            </p:cNvPr>
            <p:cNvSpPr/>
            <p:nvPr/>
          </p:nvSpPr>
          <p:spPr>
            <a:xfrm>
              <a:off x="2336672" y="1699075"/>
              <a:ext cx="190770" cy="108587"/>
            </a:xfrm>
            <a:custGeom>
              <a:avLst/>
              <a:gdLst/>
              <a:ahLst/>
              <a:cxnLst/>
              <a:rect l="l" t="t" r="r" b="b"/>
              <a:pathLst>
                <a:path w="3656" h="2081" fill="none" extrusionOk="0">
                  <a:moveTo>
                    <a:pt x="0" y="1"/>
                  </a:moveTo>
                  <a:cubicBezTo>
                    <a:pt x="666" y="1106"/>
                    <a:pt x="2616" y="2081"/>
                    <a:pt x="3656" y="472"/>
                  </a:cubicBezTo>
                </a:path>
              </a:pathLst>
            </a:custGeom>
            <a:solidFill>
              <a:schemeClr val="dk1"/>
            </a:solidFill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445;p53">
              <a:extLst>
                <a:ext uri="{FF2B5EF4-FFF2-40B4-BE49-F238E27FC236}">
                  <a16:creationId xmlns:a16="http://schemas.microsoft.com/office/drawing/2014/main" id="{07157BD8-CD62-9646-B77A-20F24B194267}"/>
                </a:ext>
              </a:extLst>
            </p:cNvPr>
            <p:cNvSpPr/>
            <p:nvPr/>
          </p:nvSpPr>
          <p:spPr>
            <a:xfrm>
              <a:off x="2372258" y="1481224"/>
              <a:ext cx="119597" cy="44144"/>
            </a:xfrm>
            <a:custGeom>
              <a:avLst/>
              <a:gdLst/>
              <a:ahLst/>
              <a:cxnLst/>
              <a:rect l="l" t="t" r="r" b="b"/>
              <a:pathLst>
                <a:path w="2292" h="846" fill="none" extrusionOk="0">
                  <a:moveTo>
                    <a:pt x="2292" y="845"/>
                  </a:moveTo>
                  <a:cubicBezTo>
                    <a:pt x="1723" y="195"/>
                    <a:pt x="780" y="0"/>
                    <a:pt x="1" y="374"/>
                  </a:cubicBezTo>
                </a:path>
              </a:pathLst>
            </a:custGeom>
            <a:noFill/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446;p53">
              <a:extLst>
                <a:ext uri="{FF2B5EF4-FFF2-40B4-BE49-F238E27FC236}">
                  <a16:creationId xmlns:a16="http://schemas.microsoft.com/office/drawing/2014/main" id="{BF9467E7-B371-F97F-4FEF-17262AFD7A5A}"/>
                </a:ext>
              </a:extLst>
            </p:cNvPr>
            <p:cNvSpPr/>
            <p:nvPr/>
          </p:nvSpPr>
          <p:spPr>
            <a:xfrm>
              <a:off x="2368867" y="1608386"/>
              <a:ext cx="131441" cy="42422"/>
            </a:xfrm>
            <a:custGeom>
              <a:avLst/>
              <a:gdLst/>
              <a:ahLst/>
              <a:cxnLst/>
              <a:rect l="l" t="t" r="r" b="b"/>
              <a:pathLst>
                <a:path w="2519" h="813" fill="none" extrusionOk="0">
                  <a:moveTo>
                    <a:pt x="1" y="0"/>
                  </a:moveTo>
                  <a:lnTo>
                    <a:pt x="2519" y="813"/>
                  </a:lnTo>
                </a:path>
              </a:pathLst>
            </a:custGeom>
            <a:solidFill>
              <a:schemeClr val="dk1"/>
            </a:solidFill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447;p53">
              <a:extLst>
                <a:ext uri="{FF2B5EF4-FFF2-40B4-BE49-F238E27FC236}">
                  <a16:creationId xmlns:a16="http://schemas.microsoft.com/office/drawing/2014/main" id="{AC94F686-D906-BDCC-2A29-80D8A3B6238B}"/>
                </a:ext>
              </a:extLst>
            </p:cNvPr>
            <p:cNvSpPr/>
            <p:nvPr/>
          </p:nvSpPr>
          <p:spPr>
            <a:xfrm>
              <a:off x="2539286" y="1841526"/>
              <a:ext cx="240811" cy="114483"/>
            </a:xfrm>
            <a:custGeom>
              <a:avLst/>
              <a:gdLst/>
              <a:ahLst/>
              <a:cxnLst/>
              <a:rect l="l" t="t" r="r" b="b"/>
              <a:pathLst>
                <a:path w="4615" h="2194" fill="none" extrusionOk="0">
                  <a:moveTo>
                    <a:pt x="0" y="1"/>
                  </a:moveTo>
                  <a:cubicBezTo>
                    <a:pt x="1381" y="1333"/>
                    <a:pt x="2730" y="2097"/>
                    <a:pt x="4615" y="2194"/>
                  </a:cubicBezTo>
                </a:path>
              </a:pathLst>
            </a:custGeom>
            <a:solidFill>
              <a:schemeClr val="dk1"/>
            </a:solidFill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448;p53">
              <a:extLst>
                <a:ext uri="{FF2B5EF4-FFF2-40B4-BE49-F238E27FC236}">
                  <a16:creationId xmlns:a16="http://schemas.microsoft.com/office/drawing/2014/main" id="{99FBBAEA-5DB5-0A80-3821-9A6F88664427}"/>
                </a:ext>
              </a:extLst>
            </p:cNvPr>
            <p:cNvSpPr/>
            <p:nvPr/>
          </p:nvSpPr>
          <p:spPr>
            <a:xfrm>
              <a:off x="2610512" y="1375247"/>
              <a:ext cx="143338" cy="56824"/>
            </a:xfrm>
            <a:custGeom>
              <a:avLst/>
              <a:gdLst/>
              <a:ahLst/>
              <a:cxnLst/>
              <a:rect l="l" t="t" r="r" b="b"/>
              <a:pathLst>
                <a:path w="2747" h="1089" fill="none" extrusionOk="0">
                  <a:moveTo>
                    <a:pt x="0" y="1089"/>
                  </a:moveTo>
                  <a:cubicBezTo>
                    <a:pt x="650" y="228"/>
                    <a:pt x="1836" y="0"/>
                    <a:pt x="2746" y="569"/>
                  </a:cubicBezTo>
                </a:path>
              </a:pathLst>
            </a:custGeom>
            <a:solidFill>
              <a:schemeClr val="dk1"/>
            </a:solidFill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449;p53">
              <a:extLst>
                <a:ext uri="{FF2B5EF4-FFF2-40B4-BE49-F238E27FC236}">
                  <a16:creationId xmlns:a16="http://schemas.microsoft.com/office/drawing/2014/main" id="{994E163B-872C-4107-D137-31E76BC8E9F9}"/>
                </a:ext>
              </a:extLst>
            </p:cNvPr>
            <p:cNvSpPr/>
            <p:nvPr/>
          </p:nvSpPr>
          <p:spPr>
            <a:xfrm>
              <a:off x="2895361" y="1343835"/>
              <a:ext cx="95020" cy="45031"/>
            </a:xfrm>
            <a:custGeom>
              <a:avLst/>
              <a:gdLst/>
              <a:ahLst/>
              <a:cxnLst/>
              <a:rect l="l" t="t" r="r" b="b"/>
              <a:pathLst>
                <a:path w="1821" h="863" fill="none" extrusionOk="0">
                  <a:moveTo>
                    <a:pt x="1" y="862"/>
                  </a:moveTo>
                  <a:cubicBezTo>
                    <a:pt x="358" y="212"/>
                    <a:pt x="1203" y="1"/>
                    <a:pt x="1820" y="407"/>
                  </a:cubicBezTo>
                </a:path>
              </a:pathLst>
            </a:custGeom>
            <a:solidFill>
              <a:schemeClr val="dk1"/>
            </a:solidFill>
            <a:ln w="5275" cap="flat" cmpd="sng">
              <a:solidFill>
                <a:schemeClr val="dk1"/>
              </a:solidFill>
              <a:prstDash val="solid"/>
              <a:miter lim="16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450;p53">
              <a:extLst>
                <a:ext uri="{FF2B5EF4-FFF2-40B4-BE49-F238E27FC236}">
                  <a16:creationId xmlns:a16="http://schemas.microsoft.com/office/drawing/2014/main" id="{6C2784A6-2CE0-054E-033E-C0D4B0B9B1C7}"/>
                </a:ext>
              </a:extLst>
            </p:cNvPr>
            <p:cNvSpPr/>
            <p:nvPr/>
          </p:nvSpPr>
          <p:spPr>
            <a:xfrm>
              <a:off x="2753797" y="1681281"/>
              <a:ext cx="175534" cy="95020"/>
            </a:xfrm>
            <a:custGeom>
              <a:avLst/>
              <a:gdLst/>
              <a:ahLst/>
              <a:cxnLst/>
              <a:rect l="l" t="t" r="r" b="b"/>
              <a:pathLst>
                <a:path w="3364" h="1821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504" y="1804"/>
                    <a:pt x="2047" y="1820"/>
                  </a:cubicBezTo>
                  <a:cubicBezTo>
                    <a:pt x="3266" y="1820"/>
                    <a:pt x="3363" y="147"/>
                    <a:pt x="3363" y="14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" name="Google Shape;1451;p53">
              <a:extLst>
                <a:ext uri="{FF2B5EF4-FFF2-40B4-BE49-F238E27FC236}">
                  <a16:creationId xmlns:a16="http://schemas.microsoft.com/office/drawing/2014/main" id="{120DDBA5-DC02-B2E9-06A7-391AC4C73288}"/>
                </a:ext>
              </a:extLst>
            </p:cNvPr>
            <p:cNvGrpSpPr/>
            <p:nvPr/>
          </p:nvGrpSpPr>
          <p:grpSpPr>
            <a:xfrm>
              <a:off x="3685978" y="449056"/>
              <a:ext cx="1187165" cy="1225463"/>
              <a:chOff x="3331697" y="1204600"/>
              <a:chExt cx="1187165" cy="1225463"/>
            </a:xfrm>
          </p:grpSpPr>
          <p:sp>
            <p:nvSpPr>
              <p:cNvPr id="71" name="Google Shape;1452;p53">
                <a:extLst>
                  <a:ext uri="{FF2B5EF4-FFF2-40B4-BE49-F238E27FC236}">
                    <a16:creationId xmlns:a16="http://schemas.microsoft.com/office/drawing/2014/main" id="{5D82676E-3D29-D760-32D6-55FF23378A9B}"/>
                  </a:ext>
                </a:extLst>
              </p:cNvPr>
              <p:cNvSpPr/>
              <p:nvPr/>
            </p:nvSpPr>
            <p:spPr>
              <a:xfrm rot="-4273926">
                <a:off x="3619773" y="1491745"/>
                <a:ext cx="705308" cy="914577"/>
              </a:xfrm>
              <a:custGeom>
                <a:avLst/>
                <a:gdLst/>
                <a:ahLst/>
                <a:cxnLst/>
                <a:rect l="l" t="t" r="r" b="b"/>
                <a:pathLst>
                  <a:path w="14088" h="18268" extrusionOk="0">
                    <a:moveTo>
                      <a:pt x="10415" y="0"/>
                    </a:moveTo>
                    <a:lnTo>
                      <a:pt x="666" y="14867"/>
                    </a:lnTo>
                    <a:cubicBezTo>
                      <a:pt x="0" y="15874"/>
                      <a:pt x="276" y="17239"/>
                      <a:pt x="1300" y="17905"/>
                    </a:cubicBezTo>
                    <a:cubicBezTo>
                      <a:pt x="1670" y="18150"/>
                      <a:pt x="2089" y="18268"/>
                      <a:pt x="2503" y="18268"/>
                    </a:cubicBezTo>
                    <a:cubicBezTo>
                      <a:pt x="3216" y="18268"/>
                      <a:pt x="3917" y="17919"/>
                      <a:pt x="4338" y="17272"/>
                    </a:cubicBezTo>
                    <a:lnTo>
                      <a:pt x="14087" y="2421"/>
                    </a:lnTo>
                    <a:lnTo>
                      <a:pt x="1041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1453;p53">
                <a:extLst>
                  <a:ext uri="{FF2B5EF4-FFF2-40B4-BE49-F238E27FC236}">
                    <a16:creationId xmlns:a16="http://schemas.microsoft.com/office/drawing/2014/main" id="{24EEBA1E-F028-EC54-E74D-6795E5623C37}"/>
                  </a:ext>
                </a:extLst>
              </p:cNvPr>
              <p:cNvSpPr/>
              <p:nvPr/>
            </p:nvSpPr>
            <p:spPr>
              <a:xfrm rot="-4273926">
                <a:off x="3829417" y="1667171"/>
                <a:ext cx="424647" cy="608283"/>
              </a:xfrm>
              <a:custGeom>
                <a:avLst/>
                <a:gdLst/>
                <a:ahLst/>
                <a:cxnLst/>
                <a:rect l="l" t="t" r="r" b="b"/>
                <a:pathLst>
                  <a:path w="8482" h="12150" extrusionOk="0">
                    <a:moveTo>
                      <a:pt x="7879" y="1"/>
                    </a:moveTo>
                    <a:cubicBezTo>
                      <a:pt x="7705" y="1"/>
                      <a:pt x="7536" y="90"/>
                      <a:pt x="7442" y="248"/>
                    </a:cubicBezTo>
                    <a:lnTo>
                      <a:pt x="163" y="11329"/>
                    </a:lnTo>
                    <a:cubicBezTo>
                      <a:pt x="0" y="11573"/>
                      <a:pt x="65" y="11897"/>
                      <a:pt x="309" y="12060"/>
                    </a:cubicBezTo>
                    <a:cubicBezTo>
                      <a:pt x="400" y="12120"/>
                      <a:pt x="502" y="12149"/>
                      <a:pt x="602" y="12149"/>
                    </a:cubicBezTo>
                    <a:cubicBezTo>
                      <a:pt x="772" y="12149"/>
                      <a:pt x="938" y="12067"/>
                      <a:pt x="1040" y="11914"/>
                    </a:cubicBezTo>
                    <a:lnTo>
                      <a:pt x="8319" y="816"/>
                    </a:lnTo>
                    <a:cubicBezTo>
                      <a:pt x="8482" y="573"/>
                      <a:pt x="8401" y="248"/>
                      <a:pt x="8157" y="85"/>
                    </a:cubicBezTo>
                    <a:cubicBezTo>
                      <a:pt x="8071" y="28"/>
                      <a:pt x="7974" y="1"/>
                      <a:pt x="7879" y="1"/>
                    </a:cubicBezTo>
                    <a:close/>
                  </a:path>
                </a:pathLst>
              </a:custGeom>
              <a:solidFill>
                <a:srgbClr val="FFF6F3">
                  <a:alpha val="177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1454;p53">
                <a:extLst>
                  <a:ext uri="{FF2B5EF4-FFF2-40B4-BE49-F238E27FC236}">
                    <a16:creationId xmlns:a16="http://schemas.microsoft.com/office/drawing/2014/main" id="{741DEB99-EF39-F5EB-E947-801B127532D6}"/>
                  </a:ext>
                </a:extLst>
              </p:cNvPr>
              <p:cNvSpPr/>
              <p:nvPr/>
            </p:nvSpPr>
            <p:spPr>
              <a:xfrm rot="-4273926">
                <a:off x="3763084" y="1719556"/>
                <a:ext cx="424697" cy="607933"/>
              </a:xfrm>
              <a:custGeom>
                <a:avLst/>
                <a:gdLst/>
                <a:ahLst/>
                <a:cxnLst/>
                <a:rect l="l" t="t" r="r" b="b"/>
                <a:pathLst>
                  <a:path w="8483" h="12143" extrusionOk="0">
                    <a:moveTo>
                      <a:pt x="7880" y="1"/>
                    </a:moveTo>
                    <a:cubicBezTo>
                      <a:pt x="7711" y="1"/>
                      <a:pt x="7544" y="83"/>
                      <a:pt x="7442" y="237"/>
                    </a:cubicBezTo>
                    <a:lnTo>
                      <a:pt x="163" y="11334"/>
                    </a:lnTo>
                    <a:cubicBezTo>
                      <a:pt x="1" y="11561"/>
                      <a:pt x="66" y="11903"/>
                      <a:pt x="310" y="12065"/>
                    </a:cubicBezTo>
                    <a:cubicBezTo>
                      <a:pt x="396" y="12117"/>
                      <a:pt x="495" y="12142"/>
                      <a:pt x="594" y="12142"/>
                    </a:cubicBezTo>
                    <a:cubicBezTo>
                      <a:pt x="771" y="12142"/>
                      <a:pt x="947" y="12060"/>
                      <a:pt x="1041" y="11903"/>
                    </a:cubicBezTo>
                    <a:lnTo>
                      <a:pt x="8320" y="821"/>
                    </a:lnTo>
                    <a:cubicBezTo>
                      <a:pt x="8482" y="578"/>
                      <a:pt x="8417" y="237"/>
                      <a:pt x="8174" y="90"/>
                    </a:cubicBezTo>
                    <a:cubicBezTo>
                      <a:pt x="8083" y="30"/>
                      <a:pt x="7981" y="1"/>
                      <a:pt x="7880" y="1"/>
                    </a:cubicBezTo>
                    <a:close/>
                  </a:path>
                </a:pathLst>
              </a:custGeom>
              <a:solidFill>
                <a:srgbClr val="FFF6F3">
                  <a:alpha val="177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1455;p53">
                <a:extLst>
                  <a:ext uri="{FF2B5EF4-FFF2-40B4-BE49-F238E27FC236}">
                    <a16:creationId xmlns:a16="http://schemas.microsoft.com/office/drawing/2014/main" id="{C92020B1-C5C9-0751-0D5B-C9E2442D72D8}"/>
                  </a:ext>
                </a:extLst>
              </p:cNvPr>
              <p:cNvSpPr/>
              <p:nvPr/>
            </p:nvSpPr>
            <p:spPr>
              <a:xfrm rot="-4273926">
                <a:off x="3371338" y="1291104"/>
                <a:ext cx="498542" cy="440867"/>
              </a:xfrm>
              <a:custGeom>
                <a:avLst/>
                <a:gdLst/>
                <a:ahLst/>
                <a:cxnLst/>
                <a:rect l="l" t="t" r="r" b="b"/>
                <a:pathLst>
                  <a:path w="9958" h="8806" extrusionOk="0">
                    <a:moveTo>
                      <a:pt x="5168" y="0"/>
                    </a:moveTo>
                    <a:cubicBezTo>
                      <a:pt x="2297" y="0"/>
                      <a:pt x="1" y="2886"/>
                      <a:pt x="1037" y="5855"/>
                    </a:cubicBezTo>
                    <a:cubicBezTo>
                      <a:pt x="1709" y="7778"/>
                      <a:pt x="3449" y="8805"/>
                      <a:pt x="5203" y="8805"/>
                    </a:cubicBezTo>
                    <a:cubicBezTo>
                      <a:pt x="6590" y="8805"/>
                      <a:pt x="7986" y="8163"/>
                      <a:pt x="8869" y="6814"/>
                    </a:cubicBezTo>
                    <a:cubicBezTo>
                      <a:pt x="9958" y="5156"/>
                      <a:pt x="9811" y="2963"/>
                      <a:pt x="8479" y="1468"/>
                    </a:cubicBezTo>
                    <a:lnTo>
                      <a:pt x="6107" y="5091"/>
                    </a:lnTo>
                    <a:lnTo>
                      <a:pt x="4206" y="3840"/>
                    </a:lnTo>
                    <a:lnTo>
                      <a:pt x="6578" y="233"/>
                    </a:lnTo>
                    <a:cubicBezTo>
                      <a:pt x="6101" y="74"/>
                      <a:pt x="5627" y="0"/>
                      <a:pt x="51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1456;p53">
                <a:extLst>
                  <a:ext uri="{FF2B5EF4-FFF2-40B4-BE49-F238E27FC236}">
                    <a16:creationId xmlns:a16="http://schemas.microsoft.com/office/drawing/2014/main" id="{16EE47B0-002B-6C55-F51A-6E5A07CC9AFD}"/>
                  </a:ext>
                </a:extLst>
              </p:cNvPr>
              <p:cNvSpPr/>
              <p:nvPr/>
            </p:nvSpPr>
            <p:spPr>
              <a:xfrm rot="-4273926">
                <a:off x="3649675" y="1591752"/>
                <a:ext cx="183887" cy="120455"/>
              </a:xfrm>
              <a:custGeom>
                <a:avLst/>
                <a:gdLst/>
                <a:ahLst/>
                <a:cxnLst/>
                <a:rect l="l" t="t" r="r" b="b"/>
                <a:pathLst>
                  <a:path w="3673" h="2406" fill="none" extrusionOk="0">
                    <a:moveTo>
                      <a:pt x="1" y="0"/>
                    </a:moveTo>
                    <a:cubicBezTo>
                      <a:pt x="667" y="1430"/>
                      <a:pt x="2097" y="2356"/>
                      <a:pt x="3673" y="2405"/>
                    </a:cubicBezTo>
                  </a:path>
                </a:pathLst>
              </a:custGeom>
              <a:noFill/>
              <a:ln w="5275" cap="flat" cmpd="sng">
                <a:solidFill>
                  <a:schemeClr val="accent6"/>
                </a:solidFill>
                <a:prstDash val="solid"/>
                <a:miter lim="16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1457;p53">
                <a:extLst>
                  <a:ext uri="{FF2B5EF4-FFF2-40B4-BE49-F238E27FC236}">
                    <a16:creationId xmlns:a16="http://schemas.microsoft.com/office/drawing/2014/main" id="{763C517B-0F63-F7F7-1DAE-7383D478C8EE}"/>
                  </a:ext>
                </a:extLst>
              </p:cNvPr>
              <p:cNvSpPr/>
              <p:nvPr/>
            </p:nvSpPr>
            <p:spPr>
              <a:xfrm rot="-4273926">
                <a:off x="3482343" y="1338118"/>
                <a:ext cx="213975" cy="181434"/>
              </a:xfrm>
              <a:custGeom>
                <a:avLst/>
                <a:gdLst/>
                <a:ahLst/>
                <a:cxnLst/>
                <a:rect l="l" t="t" r="r" b="b"/>
                <a:pathLst>
                  <a:path w="4274" h="3624" fill="none" extrusionOk="0">
                    <a:moveTo>
                      <a:pt x="1" y="2372"/>
                    </a:moveTo>
                    <a:lnTo>
                      <a:pt x="1902" y="3623"/>
                    </a:lnTo>
                    <a:lnTo>
                      <a:pt x="4274" y="0"/>
                    </a:lnTo>
                  </a:path>
                </a:pathLst>
              </a:custGeom>
              <a:noFill/>
              <a:ln w="5275" cap="flat" cmpd="sng">
                <a:solidFill>
                  <a:schemeClr val="accent6"/>
                </a:solidFill>
                <a:prstDash val="solid"/>
                <a:miter lim="16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" name="Google Shape;1458;p53">
              <a:extLst>
                <a:ext uri="{FF2B5EF4-FFF2-40B4-BE49-F238E27FC236}">
                  <a16:creationId xmlns:a16="http://schemas.microsoft.com/office/drawing/2014/main" id="{92166C5B-C68F-5782-FDAF-554D8DAA4653}"/>
                </a:ext>
              </a:extLst>
            </p:cNvPr>
            <p:cNvGrpSpPr/>
            <p:nvPr/>
          </p:nvGrpSpPr>
          <p:grpSpPr>
            <a:xfrm rot="5757823">
              <a:off x="4425791" y="1188757"/>
              <a:ext cx="1146484" cy="885214"/>
              <a:chOff x="4271092" y="444919"/>
              <a:chExt cx="1146471" cy="885203"/>
            </a:xfrm>
          </p:grpSpPr>
          <p:sp>
            <p:nvSpPr>
              <p:cNvPr id="63" name="Google Shape;1459;p53">
                <a:extLst>
                  <a:ext uri="{FF2B5EF4-FFF2-40B4-BE49-F238E27FC236}">
                    <a16:creationId xmlns:a16="http://schemas.microsoft.com/office/drawing/2014/main" id="{3097F296-36E0-58A3-BD2A-8EBB22EEDEB3}"/>
                  </a:ext>
                </a:extLst>
              </p:cNvPr>
              <p:cNvSpPr/>
              <p:nvPr/>
            </p:nvSpPr>
            <p:spPr>
              <a:xfrm rot="-3395546">
                <a:off x="4535057" y="359746"/>
                <a:ext cx="196102" cy="724031"/>
              </a:xfrm>
              <a:custGeom>
                <a:avLst/>
                <a:gdLst/>
                <a:ahLst/>
                <a:cxnLst/>
                <a:rect l="l" t="t" r="r" b="b"/>
                <a:pathLst>
                  <a:path w="3917" h="14462" extrusionOk="0">
                    <a:moveTo>
                      <a:pt x="2519" y="1"/>
                    </a:moveTo>
                    <a:lnTo>
                      <a:pt x="0" y="14218"/>
                    </a:lnTo>
                    <a:lnTo>
                      <a:pt x="1382" y="14462"/>
                    </a:lnTo>
                    <a:lnTo>
                      <a:pt x="3916" y="261"/>
                    </a:lnTo>
                    <a:lnTo>
                      <a:pt x="251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1460;p53">
                <a:extLst>
                  <a:ext uri="{FF2B5EF4-FFF2-40B4-BE49-F238E27FC236}">
                    <a16:creationId xmlns:a16="http://schemas.microsoft.com/office/drawing/2014/main" id="{D1497AA6-9CB6-EB6E-5E6D-BB551DF574DE}"/>
                  </a:ext>
                </a:extLst>
              </p:cNvPr>
              <p:cNvSpPr/>
              <p:nvPr/>
            </p:nvSpPr>
            <p:spPr>
              <a:xfrm rot="-3395546">
                <a:off x="4910160" y="822720"/>
                <a:ext cx="355557" cy="659248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13168" extrusionOk="0">
                    <a:moveTo>
                      <a:pt x="2048" y="1"/>
                    </a:moveTo>
                    <a:lnTo>
                      <a:pt x="245" y="10156"/>
                    </a:lnTo>
                    <a:cubicBezTo>
                      <a:pt x="1" y="11553"/>
                      <a:pt x="943" y="12885"/>
                      <a:pt x="2341" y="13129"/>
                    </a:cubicBezTo>
                    <a:cubicBezTo>
                      <a:pt x="2489" y="13155"/>
                      <a:pt x="2637" y="13168"/>
                      <a:pt x="2784" y="13168"/>
                    </a:cubicBezTo>
                    <a:cubicBezTo>
                      <a:pt x="3996" y="13168"/>
                      <a:pt x="5082" y="12296"/>
                      <a:pt x="5314" y="11049"/>
                    </a:cubicBezTo>
                    <a:lnTo>
                      <a:pt x="7101" y="894"/>
                    </a:lnTo>
                    <a:lnTo>
                      <a:pt x="204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461;p53">
                <a:extLst>
                  <a:ext uri="{FF2B5EF4-FFF2-40B4-BE49-F238E27FC236}">
                    <a16:creationId xmlns:a16="http://schemas.microsoft.com/office/drawing/2014/main" id="{BA76B06F-4F85-BF73-7DF7-E97097D2168E}"/>
                  </a:ext>
                </a:extLst>
              </p:cNvPr>
              <p:cNvSpPr/>
              <p:nvPr/>
            </p:nvSpPr>
            <p:spPr>
              <a:xfrm rot="-3395546">
                <a:off x="4334790" y="414380"/>
                <a:ext cx="109841" cy="170920"/>
              </a:xfrm>
              <a:custGeom>
                <a:avLst/>
                <a:gdLst/>
                <a:ahLst/>
                <a:cxnLst/>
                <a:rect l="l" t="t" r="r" b="b"/>
                <a:pathLst>
                  <a:path w="2194" h="3414" extrusionOk="0">
                    <a:moveTo>
                      <a:pt x="796" y="1"/>
                    </a:moveTo>
                    <a:lnTo>
                      <a:pt x="0" y="2211"/>
                    </a:lnTo>
                    <a:lnTo>
                      <a:pt x="244" y="3169"/>
                    </a:lnTo>
                    <a:lnTo>
                      <a:pt x="1625" y="3413"/>
                    </a:lnTo>
                    <a:lnTo>
                      <a:pt x="2161" y="2584"/>
                    </a:lnTo>
                    <a:lnTo>
                      <a:pt x="2194" y="245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462;p53">
                <a:extLst>
                  <a:ext uri="{FF2B5EF4-FFF2-40B4-BE49-F238E27FC236}">
                    <a16:creationId xmlns:a16="http://schemas.microsoft.com/office/drawing/2014/main" id="{7424B5C0-A1FC-B15A-F830-0C88A4062E1C}"/>
                  </a:ext>
                </a:extLst>
              </p:cNvPr>
              <p:cNvSpPr/>
              <p:nvPr/>
            </p:nvSpPr>
            <p:spPr>
              <a:xfrm rot="-3395546">
                <a:off x="4978386" y="937599"/>
                <a:ext cx="139129" cy="51701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10327" extrusionOk="0">
                    <a:moveTo>
                      <a:pt x="1787" y="1"/>
                    </a:moveTo>
                    <a:lnTo>
                      <a:pt x="49" y="9733"/>
                    </a:lnTo>
                    <a:cubicBezTo>
                      <a:pt x="0" y="10009"/>
                      <a:pt x="195" y="10269"/>
                      <a:pt x="471" y="10318"/>
                    </a:cubicBezTo>
                    <a:cubicBezTo>
                      <a:pt x="502" y="10323"/>
                      <a:pt x="532" y="10326"/>
                      <a:pt x="562" y="10326"/>
                    </a:cubicBezTo>
                    <a:cubicBezTo>
                      <a:pt x="803" y="10326"/>
                      <a:pt x="1015" y="10157"/>
                      <a:pt x="1072" y="9912"/>
                    </a:cubicBezTo>
                    <a:lnTo>
                      <a:pt x="2778" y="179"/>
                    </a:lnTo>
                    <a:lnTo>
                      <a:pt x="1787" y="1"/>
                    </a:lnTo>
                    <a:close/>
                  </a:path>
                </a:pathLst>
              </a:custGeom>
              <a:solidFill>
                <a:srgbClr val="443A4F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463;p53">
                <a:extLst>
                  <a:ext uri="{FF2B5EF4-FFF2-40B4-BE49-F238E27FC236}">
                    <a16:creationId xmlns:a16="http://schemas.microsoft.com/office/drawing/2014/main" id="{826FBC1C-8319-7D55-E9D1-AEEADDD2BD92}"/>
                  </a:ext>
                </a:extLst>
              </p:cNvPr>
              <p:cNvSpPr/>
              <p:nvPr/>
            </p:nvSpPr>
            <p:spPr>
              <a:xfrm rot="-3395546">
                <a:off x="5053779" y="861643"/>
                <a:ext cx="139129" cy="516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10326" extrusionOk="0">
                    <a:moveTo>
                      <a:pt x="1787" y="1"/>
                    </a:moveTo>
                    <a:lnTo>
                      <a:pt x="49" y="9734"/>
                    </a:lnTo>
                    <a:cubicBezTo>
                      <a:pt x="0" y="10010"/>
                      <a:pt x="195" y="10270"/>
                      <a:pt x="471" y="10318"/>
                    </a:cubicBezTo>
                    <a:cubicBezTo>
                      <a:pt x="498" y="10324"/>
                      <a:pt x="525" y="10326"/>
                      <a:pt x="552" y="10326"/>
                    </a:cubicBezTo>
                    <a:cubicBezTo>
                      <a:pt x="783" y="10326"/>
                      <a:pt x="998" y="10145"/>
                      <a:pt x="1056" y="9912"/>
                    </a:cubicBezTo>
                    <a:lnTo>
                      <a:pt x="2778" y="180"/>
                    </a:lnTo>
                    <a:lnTo>
                      <a:pt x="1787" y="1"/>
                    </a:lnTo>
                    <a:close/>
                  </a:path>
                </a:pathLst>
              </a:custGeom>
              <a:solidFill>
                <a:srgbClr val="443A4F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1464;p53">
                <a:extLst>
                  <a:ext uri="{FF2B5EF4-FFF2-40B4-BE49-F238E27FC236}">
                    <a16:creationId xmlns:a16="http://schemas.microsoft.com/office/drawing/2014/main" id="{F2986C41-DC38-09E4-8FFD-BCB20D0004BD}"/>
                  </a:ext>
                </a:extLst>
              </p:cNvPr>
              <p:cNvSpPr/>
              <p:nvPr/>
            </p:nvSpPr>
            <p:spPr>
              <a:xfrm rot="-3395546">
                <a:off x="4364010" y="510155"/>
                <a:ext cx="108239" cy="18774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375" fill="none" extrusionOk="0">
                    <a:moveTo>
                      <a:pt x="2161" y="374"/>
                    </a:moveTo>
                    <a:lnTo>
                      <a:pt x="0" y="1"/>
                    </a:lnTo>
                  </a:path>
                </a:pathLst>
              </a:custGeom>
              <a:noFill/>
              <a:ln w="5275" cap="flat" cmpd="sng">
                <a:solidFill>
                  <a:schemeClr val="dk1"/>
                </a:solidFill>
                <a:prstDash val="solid"/>
                <a:miter lim="16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9" name="Google Shape;1465;p53">
                <a:extLst>
                  <a:ext uri="{FF2B5EF4-FFF2-40B4-BE49-F238E27FC236}">
                    <a16:creationId xmlns:a16="http://schemas.microsoft.com/office/drawing/2014/main" id="{64652953-ED62-AA0B-A370-65B746C29EB3}"/>
                  </a:ext>
                </a:extLst>
              </p:cNvPr>
              <p:cNvSpPr/>
              <p:nvPr/>
            </p:nvSpPr>
            <p:spPr>
              <a:xfrm rot="-3395546">
                <a:off x="4416847" y="544196"/>
                <a:ext cx="69189" cy="12266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245" fill="none" extrusionOk="0">
                    <a:moveTo>
                      <a:pt x="1382" y="244"/>
                    </a:moveTo>
                    <a:lnTo>
                      <a:pt x="1" y="0"/>
                    </a:lnTo>
                  </a:path>
                </a:pathLst>
              </a:custGeom>
              <a:noFill/>
              <a:ln w="5275" cap="flat" cmpd="sng">
                <a:solidFill>
                  <a:schemeClr val="dk1"/>
                </a:solidFill>
                <a:prstDash val="solid"/>
                <a:miter lim="16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466;p53">
                <a:extLst>
                  <a:ext uri="{FF2B5EF4-FFF2-40B4-BE49-F238E27FC236}">
                    <a16:creationId xmlns:a16="http://schemas.microsoft.com/office/drawing/2014/main" id="{C2AFCE26-6F17-D178-55D4-B875E2486007}"/>
                  </a:ext>
                </a:extLst>
              </p:cNvPr>
              <p:cNvSpPr/>
              <p:nvPr/>
            </p:nvSpPr>
            <p:spPr>
              <a:xfrm rot="-3395546">
                <a:off x="4822859" y="929665"/>
                <a:ext cx="70040" cy="12266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245" fill="none" extrusionOk="0">
                    <a:moveTo>
                      <a:pt x="1398" y="244"/>
                    </a:moveTo>
                    <a:lnTo>
                      <a:pt x="1" y="0"/>
                    </a:lnTo>
                  </a:path>
                </a:pathLst>
              </a:custGeom>
              <a:noFill/>
              <a:ln w="5275" cap="flat" cmpd="sng">
                <a:solidFill>
                  <a:schemeClr val="dk1"/>
                </a:solidFill>
                <a:prstDash val="solid"/>
                <a:miter lim="16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4909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2869" y="355104"/>
            <a:ext cx="5826262" cy="547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400" dirty="0">
                <a:latin typeface="+mj-lt"/>
                <a:ea typeface="+mj-ea"/>
                <a:cs typeface="+mj-cs"/>
              </a:rPr>
              <a:t>Proposed Enhancements</a:t>
            </a:r>
          </a:p>
        </p:txBody>
      </p:sp>
      <p:sp>
        <p:nvSpPr>
          <p:cNvPr id="3" name="Text 1"/>
          <p:cNvSpPr/>
          <p:nvPr/>
        </p:nvSpPr>
        <p:spPr>
          <a:xfrm>
            <a:off x="2853488" y="1080441"/>
            <a:ext cx="6485023" cy="296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375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Key recommendations to address identified defects and improve user experience.</a:t>
            </a:r>
            <a:endParaRPr lang="en-US" sz="1375" dirty="0"/>
          </a:p>
        </p:txBody>
      </p:sp>
      <p:sp>
        <p:nvSpPr>
          <p:cNvPr id="4" name="Text 2"/>
          <p:cNvSpPr/>
          <p:nvPr/>
        </p:nvSpPr>
        <p:spPr>
          <a:xfrm>
            <a:off x="613867" y="1756420"/>
            <a:ext cx="175319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375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375" dirty="0"/>
          </a:p>
        </p:txBody>
      </p:sp>
      <p:sp>
        <p:nvSpPr>
          <p:cNvPr id="5" name="Shape 3"/>
          <p:cNvSpPr/>
          <p:nvPr/>
        </p:nvSpPr>
        <p:spPr>
          <a:xfrm>
            <a:off x="613867" y="2035324"/>
            <a:ext cx="5394424" cy="1905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613867" y="2161034"/>
            <a:ext cx="2649637" cy="274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Standardize Error Messages</a:t>
            </a:r>
            <a:endParaRPr lang="en-US" sz="1708" dirty="0"/>
          </a:p>
        </p:txBody>
      </p:sp>
      <p:sp>
        <p:nvSpPr>
          <p:cNvPr id="7" name="Text 5"/>
          <p:cNvSpPr/>
          <p:nvPr/>
        </p:nvSpPr>
        <p:spPr>
          <a:xfrm>
            <a:off x="613867" y="2540249"/>
            <a:ext cx="539442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375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Implement clear, user-friendly, and consistent error messaging.</a:t>
            </a:r>
            <a:endParaRPr lang="en-US" sz="1375" dirty="0"/>
          </a:p>
        </p:txBody>
      </p:sp>
      <p:sp>
        <p:nvSpPr>
          <p:cNvPr id="8" name="Text 6"/>
          <p:cNvSpPr/>
          <p:nvPr/>
        </p:nvSpPr>
        <p:spPr>
          <a:xfrm>
            <a:off x="6183611" y="1756420"/>
            <a:ext cx="175319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375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375" dirty="0"/>
          </a:p>
        </p:txBody>
      </p:sp>
      <p:sp>
        <p:nvSpPr>
          <p:cNvPr id="9" name="Shape 7"/>
          <p:cNvSpPr/>
          <p:nvPr/>
        </p:nvSpPr>
        <p:spPr>
          <a:xfrm>
            <a:off x="6183610" y="2035324"/>
            <a:ext cx="5394523" cy="1905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6183610" y="2161034"/>
            <a:ext cx="3112293" cy="274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Correct Server-Side Timestamps</a:t>
            </a:r>
            <a:endParaRPr lang="en-US" sz="1708" dirty="0"/>
          </a:p>
        </p:txBody>
      </p:sp>
      <p:sp>
        <p:nvSpPr>
          <p:cNvPr id="11" name="Text 9"/>
          <p:cNvSpPr/>
          <p:nvPr/>
        </p:nvSpPr>
        <p:spPr>
          <a:xfrm>
            <a:off x="6183610" y="2540249"/>
            <a:ext cx="539452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375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Ensure accurate date and time handling for all transactions.</a:t>
            </a:r>
            <a:endParaRPr lang="en-US" sz="1375" dirty="0"/>
          </a:p>
        </p:txBody>
      </p:sp>
      <p:sp>
        <p:nvSpPr>
          <p:cNvPr id="12" name="Text 10"/>
          <p:cNvSpPr/>
          <p:nvPr/>
        </p:nvSpPr>
        <p:spPr>
          <a:xfrm>
            <a:off x="613867" y="3018287"/>
            <a:ext cx="175319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375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375" dirty="0"/>
          </a:p>
        </p:txBody>
      </p:sp>
      <p:sp>
        <p:nvSpPr>
          <p:cNvPr id="13" name="Shape 11"/>
          <p:cNvSpPr/>
          <p:nvPr/>
        </p:nvSpPr>
        <p:spPr>
          <a:xfrm>
            <a:off x="613867" y="3297190"/>
            <a:ext cx="5394424" cy="1905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613867" y="3422901"/>
            <a:ext cx="2885281" cy="274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Add ESC/Enter Modal Support</a:t>
            </a:r>
            <a:endParaRPr lang="en-US" sz="1708" dirty="0"/>
          </a:p>
        </p:txBody>
      </p:sp>
      <p:sp>
        <p:nvSpPr>
          <p:cNvPr id="15" name="Text 13"/>
          <p:cNvSpPr/>
          <p:nvPr/>
        </p:nvSpPr>
        <p:spPr>
          <a:xfrm>
            <a:off x="613867" y="3802115"/>
            <a:ext cx="539442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375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Improve keyboard navigation and modal interaction for users.</a:t>
            </a:r>
            <a:endParaRPr lang="en-US" sz="1375" dirty="0"/>
          </a:p>
        </p:txBody>
      </p:sp>
      <p:sp>
        <p:nvSpPr>
          <p:cNvPr id="16" name="Text 14"/>
          <p:cNvSpPr/>
          <p:nvPr/>
        </p:nvSpPr>
        <p:spPr>
          <a:xfrm>
            <a:off x="6183611" y="3018287"/>
            <a:ext cx="175319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375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375" dirty="0"/>
          </a:p>
        </p:txBody>
      </p:sp>
      <p:sp>
        <p:nvSpPr>
          <p:cNvPr id="17" name="Shape 15"/>
          <p:cNvSpPr/>
          <p:nvPr/>
        </p:nvSpPr>
        <p:spPr>
          <a:xfrm>
            <a:off x="6183610" y="3297190"/>
            <a:ext cx="5394523" cy="1905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183610" y="3422901"/>
            <a:ext cx="3068935" cy="274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Update Cart Badge Dynamically</a:t>
            </a:r>
            <a:endParaRPr lang="en-US" sz="1708" dirty="0"/>
          </a:p>
        </p:txBody>
      </p:sp>
      <p:sp>
        <p:nvSpPr>
          <p:cNvPr id="19" name="Text 17"/>
          <p:cNvSpPr/>
          <p:nvPr/>
        </p:nvSpPr>
        <p:spPr>
          <a:xfrm>
            <a:off x="6183610" y="3802115"/>
            <a:ext cx="539452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375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Provide real-time feedback on cart contents to users.</a:t>
            </a:r>
            <a:endParaRPr lang="en-US" sz="1375" dirty="0"/>
          </a:p>
        </p:txBody>
      </p:sp>
      <p:sp>
        <p:nvSpPr>
          <p:cNvPr id="20" name="Text 18"/>
          <p:cNvSpPr/>
          <p:nvPr/>
        </p:nvSpPr>
        <p:spPr>
          <a:xfrm>
            <a:off x="613867" y="4389490"/>
            <a:ext cx="175319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375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1375" dirty="0"/>
          </a:p>
        </p:txBody>
      </p:sp>
      <p:sp>
        <p:nvSpPr>
          <p:cNvPr id="21" name="Shape 19"/>
          <p:cNvSpPr/>
          <p:nvPr/>
        </p:nvSpPr>
        <p:spPr>
          <a:xfrm>
            <a:off x="613867" y="4668393"/>
            <a:ext cx="5394424" cy="1905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613867" y="4794104"/>
            <a:ext cx="2587129" cy="274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Localize Date/Time Format</a:t>
            </a:r>
            <a:endParaRPr lang="en-US" sz="1708" dirty="0"/>
          </a:p>
        </p:txBody>
      </p:sp>
      <p:sp>
        <p:nvSpPr>
          <p:cNvPr id="23" name="Text 21"/>
          <p:cNvSpPr/>
          <p:nvPr/>
        </p:nvSpPr>
        <p:spPr>
          <a:xfrm>
            <a:off x="613867" y="5173317"/>
            <a:ext cx="539442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375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Adapt date and time displays to regional user preferences.</a:t>
            </a:r>
            <a:endParaRPr lang="en-US" sz="1375" dirty="0"/>
          </a:p>
        </p:txBody>
      </p:sp>
      <p:sp>
        <p:nvSpPr>
          <p:cNvPr id="24" name="Text 22"/>
          <p:cNvSpPr/>
          <p:nvPr/>
        </p:nvSpPr>
        <p:spPr>
          <a:xfrm>
            <a:off x="6183611" y="4389490"/>
            <a:ext cx="175319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375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06</a:t>
            </a:r>
            <a:endParaRPr lang="en-US" sz="1375" dirty="0"/>
          </a:p>
        </p:txBody>
      </p:sp>
      <p:sp>
        <p:nvSpPr>
          <p:cNvPr id="25" name="Shape 23"/>
          <p:cNvSpPr/>
          <p:nvPr/>
        </p:nvSpPr>
        <p:spPr>
          <a:xfrm>
            <a:off x="6183610" y="4668393"/>
            <a:ext cx="5394523" cy="1905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6183610" y="4794104"/>
            <a:ext cx="2814935" cy="274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708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Improve Login Discoverability</a:t>
            </a:r>
            <a:endParaRPr lang="en-US" sz="1708" dirty="0"/>
          </a:p>
        </p:txBody>
      </p:sp>
      <p:sp>
        <p:nvSpPr>
          <p:cNvPr id="27" name="Text 25"/>
          <p:cNvSpPr/>
          <p:nvPr/>
        </p:nvSpPr>
        <p:spPr>
          <a:xfrm>
            <a:off x="6183610" y="5173317"/>
            <a:ext cx="539452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375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Enhance the visibility and ease of access for the login function.</a:t>
            </a:r>
            <a:endParaRPr lang="en-US" sz="1375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DE5434-BEFC-0AAC-9223-D1EF7E5BB5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503012" y="6402005"/>
            <a:ext cx="1600498" cy="367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47339" y="292895"/>
            <a:ext cx="409732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400" dirty="0">
                <a:latin typeface="+mj-lt"/>
                <a:ea typeface="+mj-ea"/>
                <a:cs typeface="+mj-cs"/>
              </a:rPr>
              <a:t>Release Decision</a:t>
            </a:r>
          </a:p>
        </p:txBody>
      </p:sp>
      <p:sp>
        <p:nvSpPr>
          <p:cNvPr id="3" name="Text 1"/>
          <p:cNvSpPr/>
          <p:nvPr/>
        </p:nvSpPr>
        <p:spPr>
          <a:xfrm>
            <a:off x="1722008" y="1067746"/>
            <a:ext cx="8747981" cy="283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Given the severity of the identified defects and risks, a production release is not recommended at this time.</a:t>
            </a:r>
            <a:endParaRPr lang="en-US" sz="1458" dirty="0"/>
          </a:p>
        </p:txBody>
      </p:sp>
      <p:sp>
        <p:nvSpPr>
          <p:cNvPr id="4" name="Text 2"/>
          <p:cNvSpPr/>
          <p:nvPr/>
        </p:nvSpPr>
        <p:spPr>
          <a:xfrm>
            <a:off x="1059434" y="2535995"/>
            <a:ext cx="1630177" cy="15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916"/>
              </a:lnSpc>
            </a:pPr>
            <a:r>
              <a:rPr lang="en-US" sz="11125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❌</a:t>
            </a:r>
            <a:endParaRPr lang="en-US" sz="11125" dirty="0"/>
          </a:p>
        </p:txBody>
      </p:sp>
      <p:sp>
        <p:nvSpPr>
          <p:cNvPr id="5" name="Text 3"/>
          <p:cNvSpPr/>
          <p:nvPr/>
        </p:nvSpPr>
        <p:spPr>
          <a:xfrm>
            <a:off x="693174" y="424460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1833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No-Go</a:t>
            </a:r>
            <a:endParaRPr lang="en-US" sz="1833" dirty="0"/>
          </a:p>
        </p:txBody>
      </p:sp>
      <p:sp>
        <p:nvSpPr>
          <p:cNvPr id="6" name="Text 4"/>
          <p:cNvSpPr/>
          <p:nvPr/>
        </p:nvSpPr>
        <p:spPr>
          <a:xfrm>
            <a:off x="3201639" y="267181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Next Steps:</a:t>
            </a:r>
            <a:endParaRPr lang="en-US" sz="1833" dirty="0"/>
          </a:p>
        </p:txBody>
      </p:sp>
      <p:sp>
        <p:nvSpPr>
          <p:cNvPr id="7" name="Text 5"/>
          <p:cNvSpPr/>
          <p:nvPr/>
        </p:nvSpPr>
        <p:spPr>
          <a:xfrm>
            <a:off x="3201639" y="3022998"/>
            <a:ext cx="746988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Fix D-001 and D-002:</a:t>
            </a:r>
            <a:r>
              <a:rPr lang="en-US" sz="1458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Prioritize and resolve critical security and data integrity issues.</a:t>
            </a:r>
            <a:endParaRPr lang="en-US" sz="1458" dirty="0"/>
          </a:p>
        </p:txBody>
      </p:sp>
      <p:sp>
        <p:nvSpPr>
          <p:cNvPr id="8" name="Text 6"/>
          <p:cNvSpPr/>
          <p:nvPr/>
        </p:nvSpPr>
        <p:spPr>
          <a:xfrm>
            <a:off x="3201639" y="3422329"/>
            <a:ext cx="83682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Implement UX Enhancements:</a:t>
            </a:r>
            <a:r>
              <a:rPr lang="en-US" sz="1458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Address all usability findings to improve user experience.</a:t>
            </a:r>
            <a:endParaRPr lang="en-US" sz="1458" dirty="0"/>
          </a:p>
        </p:txBody>
      </p:sp>
      <p:sp>
        <p:nvSpPr>
          <p:cNvPr id="9" name="Text 7"/>
          <p:cNvSpPr/>
          <p:nvPr/>
        </p:nvSpPr>
        <p:spPr>
          <a:xfrm>
            <a:off x="3201639" y="3814914"/>
            <a:ext cx="746988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Run Regression Cycle:</a:t>
            </a:r>
            <a:r>
              <a:rPr lang="en-US" sz="1458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Ensure fixes haven't introduced new issues.</a:t>
            </a:r>
            <a:endParaRPr lang="en-US" sz="1458" dirty="0"/>
          </a:p>
        </p:txBody>
      </p:sp>
      <p:sp>
        <p:nvSpPr>
          <p:cNvPr id="10" name="Text 8"/>
          <p:cNvSpPr/>
          <p:nvPr/>
        </p:nvSpPr>
        <p:spPr>
          <a:xfrm>
            <a:off x="3201639" y="4230887"/>
            <a:ext cx="746988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Re-test Usability:</a:t>
            </a:r>
            <a:r>
              <a:rPr lang="en-US" sz="1458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Verify all UX improvements are effective.</a:t>
            </a:r>
            <a:endParaRPr lang="en-US" sz="1458" dirty="0"/>
          </a:p>
        </p:txBody>
      </p:sp>
      <p:sp>
        <p:nvSpPr>
          <p:cNvPr id="11" name="Text 9"/>
          <p:cNvSpPr/>
          <p:nvPr/>
        </p:nvSpPr>
        <p:spPr>
          <a:xfrm>
            <a:off x="2892046" y="6008117"/>
            <a:ext cx="6407904" cy="441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phased approach ensures a stable, secure, and user-friendly release.</a:t>
            </a:r>
            <a:endParaRPr lang="en-US" sz="1458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67C977-0D86-2630-1148-C1A1BD510604}"/>
              </a:ext>
            </a:extLst>
          </p:cNvPr>
          <p:cNvSpPr/>
          <p:nvPr/>
        </p:nvSpPr>
        <p:spPr>
          <a:xfrm>
            <a:off x="10534036" y="6449122"/>
            <a:ext cx="1600498" cy="367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8696" y="283518"/>
            <a:ext cx="543450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400" dirty="0">
                <a:latin typeface="+mj-lt"/>
                <a:ea typeface="+mj-ea"/>
                <a:cs typeface="+mj-cs"/>
              </a:rPr>
              <a:t>Summary &amp; Next Steps</a:t>
            </a:r>
          </a:p>
        </p:txBody>
      </p:sp>
      <p:sp>
        <p:nvSpPr>
          <p:cNvPr id="3" name="Text 1"/>
          <p:cNvSpPr/>
          <p:nvPr/>
        </p:nvSpPr>
        <p:spPr>
          <a:xfrm>
            <a:off x="1810450" y="1187439"/>
            <a:ext cx="85710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75"/>
              </a:lnSpc>
            </a:pPr>
            <a:r>
              <a:rPr lang="en-US" sz="1458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We've identified key areas for improvement to ensure a robust and user-friendly DemoBlaze release. </a:t>
            </a:r>
          </a:p>
          <a:p>
            <a:pPr algn="ctr">
              <a:lnSpc>
                <a:spcPts val="2375"/>
              </a:lnSpc>
            </a:pPr>
            <a:r>
              <a:rPr lang="en-US" sz="1458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Our focus remains on delivering a high-quality product.</a:t>
            </a:r>
            <a:endParaRPr lang="en-US" sz="1458" dirty="0"/>
          </a:p>
        </p:txBody>
      </p:sp>
      <p:sp>
        <p:nvSpPr>
          <p:cNvPr id="4" name="Shape 2"/>
          <p:cNvSpPr/>
          <p:nvPr/>
        </p:nvSpPr>
        <p:spPr>
          <a:xfrm>
            <a:off x="740150" y="2407641"/>
            <a:ext cx="3496965" cy="2160290"/>
          </a:xfrm>
          <a:prstGeom prst="roundRect">
            <a:avLst>
              <a:gd name="adj" fmla="val 367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935511" y="2603003"/>
            <a:ext cx="567035" cy="567035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483" y="2727026"/>
            <a:ext cx="255092" cy="3188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5512" y="3359049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Critical Bugs Found</a:t>
            </a:r>
            <a:endParaRPr lang="en-US" sz="1833" dirty="0"/>
          </a:p>
        </p:txBody>
      </p:sp>
      <p:sp>
        <p:nvSpPr>
          <p:cNvPr id="8" name="Text 5"/>
          <p:cNvSpPr/>
          <p:nvPr/>
        </p:nvSpPr>
        <p:spPr>
          <a:xfrm>
            <a:off x="935511" y="3767732"/>
            <a:ext cx="31062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Addressed security and data integrity.</a:t>
            </a:r>
            <a:endParaRPr lang="en-US" sz="1458" dirty="0"/>
          </a:p>
        </p:txBody>
      </p:sp>
      <p:sp>
        <p:nvSpPr>
          <p:cNvPr id="9" name="Shape 6"/>
          <p:cNvSpPr/>
          <p:nvPr/>
        </p:nvSpPr>
        <p:spPr>
          <a:xfrm>
            <a:off x="4426126" y="2407641"/>
            <a:ext cx="3496965" cy="2160290"/>
          </a:xfrm>
          <a:prstGeom prst="roundRect">
            <a:avLst>
              <a:gd name="adj" fmla="val 367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0" name="Shape 7"/>
          <p:cNvSpPr/>
          <p:nvPr/>
        </p:nvSpPr>
        <p:spPr>
          <a:xfrm>
            <a:off x="4621488" y="2603003"/>
            <a:ext cx="567035" cy="567035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460" y="2727026"/>
            <a:ext cx="255092" cy="31888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1488" y="3359049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UX Enhancements</a:t>
            </a:r>
            <a:endParaRPr lang="en-US" sz="1833" dirty="0"/>
          </a:p>
        </p:txBody>
      </p:sp>
      <p:sp>
        <p:nvSpPr>
          <p:cNvPr id="13" name="Text 9"/>
          <p:cNvSpPr/>
          <p:nvPr/>
        </p:nvSpPr>
        <p:spPr>
          <a:xfrm>
            <a:off x="4621488" y="3767732"/>
            <a:ext cx="31062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Addressing usability heuristics.</a:t>
            </a:r>
            <a:endParaRPr lang="en-US" sz="1458" dirty="0"/>
          </a:p>
        </p:txBody>
      </p:sp>
      <p:sp>
        <p:nvSpPr>
          <p:cNvPr id="14" name="Shape 10"/>
          <p:cNvSpPr/>
          <p:nvPr/>
        </p:nvSpPr>
        <p:spPr>
          <a:xfrm>
            <a:off x="8112102" y="2407641"/>
            <a:ext cx="3496965" cy="2160290"/>
          </a:xfrm>
          <a:prstGeom prst="roundRect">
            <a:avLst>
              <a:gd name="adj" fmla="val 367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5" name="Shape 11"/>
          <p:cNvSpPr/>
          <p:nvPr/>
        </p:nvSpPr>
        <p:spPr>
          <a:xfrm>
            <a:off x="8307465" y="2603003"/>
            <a:ext cx="567035" cy="567035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436" y="2727026"/>
            <a:ext cx="255092" cy="31888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7465" y="3359049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Structured Rework</a:t>
            </a:r>
            <a:endParaRPr lang="en-US" sz="1833" dirty="0"/>
          </a:p>
        </p:txBody>
      </p:sp>
      <p:sp>
        <p:nvSpPr>
          <p:cNvPr id="18" name="Text 13"/>
          <p:cNvSpPr/>
          <p:nvPr/>
        </p:nvSpPr>
        <p:spPr>
          <a:xfrm>
            <a:off x="8307465" y="3767732"/>
            <a:ext cx="31062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Follow-up testing and validation.</a:t>
            </a:r>
            <a:endParaRPr lang="en-US" sz="1458" dirty="0"/>
          </a:p>
        </p:txBody>
      </p:sp>
      <p:sp>
        <p:nvSpPr>
          <p:cNvPr id="19" name="Text 14"/>
          <p:cNvSpPr/>
          <p:nvPr/>
        </p:nvSpPr>
        <p:spPr>
          <a:xfrm>
            <a:off x="1859612" y="5584545"/>
            <a:ext cx="8472676" cy="29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Our commitment is to a high-quality product that meets both functional and user experience standards.</a:t>
            </a:r>
            <a:endParaRPr lang="en-US" sz="1458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41D4A2-0C24-8A57-FCF4-658B254B3B4A}"/>
              </a:ext>
            </a:extLst>
          </p:cNvPr>
          <p:cNvSpPr/>
          <p:nvPr/>
        </p:nvSpPr>
        <p:spPr>
          <a:xfrm>
            <a:off x="10534036" y="6449122"/>
            <a:ext cx="1600498" cy="367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70"/>
          <p:cNvSpPr txBox="1">
            <a:spLocks noGrp="1"/>
          </p:cNvSpPr>
          <p:nvPr>
            <p:ph type="subTitle" idx="1"/>
          </p:nvPr>
        </p:nvSpPr>
        <p:spPr>
          <a:xfrm>
            <a:off x="1523100" y="3035044"/>
            <a:ext cx="4548000" cy="134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Clr>
                <a:schemeClr val="accent6"/>
              </a:buClr>
              <a:buSzPts val="1100"/>
            </a:pPr>
            <a:r>
              <a:rPr lang="en" b="1" dirty="0"/>
              <a:t>Do you have any questions?</a:t>
            </a:r>
            <a:endParaRPr b="1" dirty="0"/>
          </a:p>
          <a:p>
            <a:pPr marL="0" indent="0">
              <a:buClr>
                <a:schemeClr val="accent6"/>
              </a:buClr>
              <a:buSzPts val="1100"/>
            </a:pPr>
            <a:endParaRPr dirty="0"/>
          </a:p>
        </p:txBody>
      </p:sp>
      <p:sp>
        <p:nvSpPr>
          <p:cNvPr id="2139" name="Google Shape;2139;p70"/>
          <p:cNvSpPr txBox="1">
            <a:spLocks noGrp="1"/>
          </p:cNvSpPr>
          <p:nvPr>
            <p:ph type="title"/>
          </p:nvPr>
        </p:nvSpPr>
        <p:spPr>
          <a:xfrm>
            <a:off x="1409018" y="1599044"/>
            <a:ext cx="4548000" cy="143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Thanks!</a:t>
            </a:r>
            <a:endParaRPr dirty="0"/>
          </a:p>
        </p:txBody>
      </p:sp>
      <p:grpSp>
        <p:nvGrpSpPr>
          <p:cNvPr id="2144" name="Google Shape;2144;p70"/>
          <p:cNvGrpSpPr/>
          <p:nvPr/>
        </p:nvGrpSpPr>
        <p:grpSpPr>
          <a:xfrm>
            <a:off x="6172167" y="1022501"/>
            <a:ext cx="5669567" cy="8943716"/>
            <a:chOff x="4629125" y="766875"/>
            <a:chExt cx="4252175" cy="6707787"/>
          </a:xfrm>
        </p:grpSpPr>
        <p:sp>
          <p:nvSpPr>
            <p:cNvPr id="2145" name="Google Shape;2145;p70"/>
            <p:cNvSpPr/>
            <p:nvPr/>
          </p:nvSpPr>
          <p:spPr>
            <a:xfrm>
              <a:off x="7146831" y="2417484"/>
              <a:ext cx="777373" cy="1555976"/>
            </a:xfrm>
            <a:custGeom>
              <a:avLst/>
              <a:gdLst/>
              <a:ahLst/>
              <a:cxnLst/>
              <a:rect l="l" t="t" r="r" b="b"/>
              <a:pathLst>
                <a:path w="8214" h="16441" extrusionOk="0">
                  <a:moveTo>
                    <a:pt x="5181" y="0"/>
                  </a:moveTo>
                  <a:lnTo>
                    <a:pt x="1" y="2869"/>
                  </a:lnTo>
                  <a:lnTo>
                    <a:pt x="1853" y="6475"/>
                  </a:lnTo>
                  <a:lnTo>
                    <a:pt x="1411" y="13572"/>
                  </a:lnTo>
                  <a:lnTo>
                    <a:pt x="4705" y="16441"/>
                  </a:lnTo>
                  <a:cubicBezTo>
                    <a:pt x="4705" y="16441"/>
                    <a:pt x="5738" y="15703"/>
                    <a:pt x="7066" y="11392"/>
                  </a:cubicBezTo>
                  <a:cubicBezTo>
                    <a:pt x="7787" y="9048"/>
                    <a:pt x="8213" y="6196"/>
                    <a:pt x="7803" y="4819"/>
                  </a:cubicBezTo>
                  <a:cubicBezTo>
                    <a:pt x="7393" y="3491"/>
                    <a:pt x="5181" y="0"/>
                    <a:pt x="5181" y="0"/>
                  </a:cubicBezTo>
                  <a:close/>
                </a:path>
              </a:pathLst>
            </a:custGeom>
            <a:solidFill>
              <a:srgbClr val="E070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6" name="Google Shape;2146;p70"/>
            <p:cNvSpPr/>
            <p:nvPr/>
          </p:nvSpPr>
          <p:spPr>
            <a:xfrm>
              <a:off x="4629125" y="766875"/>
              <a:ext cx="4252175" cy="4777995"/>
            </a:xfrm>
            <a:custGeom>
              <a:avLst/>
              <a:gdLst/>
              <a:ahLst/>
              <a:cxnLst/>
              <a:rect l="l" t="t" r="r" b="b"/>
              <a:pathLst>
                <a:path w="44930" h="50486" extrusionOk="0">
                  <a:moveTo>
                    <a:pt x="7852" y="1"/>
                  </a:moveTo>
                  <a:lnTo>
                    <a:pt x="1" y="6623"/>
                  </a:lnTo>
                  <a:lnTo>
                    <a:pt x="37094" y="50486"/>
                  </a:lnTo>
                  <a:lnTo>
                    <a:pt x="44929" y="43864"/>
                  </a:lnTo>
                  <a:lnTo>
                    <a:pt x="78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7" name="Google Shape;2147;p70"/>
            <p:cNvSpPr/>
            <p:nvPr/>
          </p:nvSpPr>
          <p:spPr>
            <a:xfrm>
              <a:off x="5055762" y="954640"/>
              <a:ext cx="477837" cy="403356"/>
            </a:xfrm>
            <a:custGeom>
              <a:avLst/>
              <a:gdLst/>
              <a:ahLst/>
              <a:cxnLst/>
              <a:rect l="l" t="t" r="r" b="b"/>
              <a:pathLst>
                <a:path w="5049" h="4262" fill="none" extrusionOk="0">
                  <a:moveTo>
                    <a:pt x="5049" y="0"/>
                  </a:moveTo>
                  <a:lnTo>
                    <a:pt x="0" y="4262"/>
                  </a:lnTo>
                </a:path>
              </a:pathLst>
            </a:custGeom>
            <a:noFill/>
            <a:ln w="777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8" name="Google Shape;2148;p70"/>
            <p:cNvSpPr/>
            <p:nvPr/>
          </p:nvSpPr>
          <p:spPr>
            <a:xfrm>
              <a:off x="5386150" y="1143825"/>
              <a:ext cx="307296" cy="259219"/>
            </a:xfrm>
            <a:custGeom>
              <a:avLst/>
              <a:gdLst/>
              <a:ahLst/>
              <a:cxnLst/>
              <a:rect l="l" t="t" r="r" b="b"/>
              <a:pathLst>
                <a:path w="3247" h="2739" fill="none" extrusionOk="0">
                  <a:moveTo>
                    <a:pt x="3246" y="1"/>
                  </a:moveTo>
                  <a:lnTo>
                    <a:pt x="1" y="2738"/>
                  </a:lnTo>
                </a:path>
              </a:pathLst>
            </a:custGeom>
            <a:noFill/>
            <a:ln w="777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9" name="Google Shape;2149;p70"/>
            <p:cNvSpPr/>
            <p:nvPr/>
          </p:nvSpPr>
          <p:spPr>
            <a:xfrm>
              <a:off x="5545997" y="1331590"/>
              <a:ext cx="305687" cy="259124"/>
            </a:xfrm>
            <a:custGeom>
              <a:avLst/>
              <a:gdLst/>
              <a:ahLst/>
              <a:cxnLst/>
              <a:rect l="l" t="t" r="r" b="b"/>
              <a:pathLst>
                <a:path w="3230" h="2738" fill="none" extrusionOk="0">
                  <a:moveTo>
                    <a:pt x="3229" y="0"/>
                  </a:moveTo>
                  <a:lnTo>
                    <a:pt x="0" y="2737"/>
                  </a:lnTo>
                </a:path>
              </a:pathLst>
            </a:custGeom>
            <a:noFill/>
            <a:ln w="777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0" name="Google Shape;2150;p70"/>
            <p:cNvSpPr/>
            <p:nvPr/>
          </p:nvSpPr>
          <p:spPr>
            <a:xfrm>
              <a:off x="5705749" y="1520774"/>
              <a:ext cx="305687" cy="259219"/>
            </a:xfrm>
            <a:custGeom>
              <a:avLst/>
              <a:gdLst/>
              <a:ahLst/>
              <a:cxnLst/>
              <a:rect l="l" t="t" r="r" b="b"/>
              <a:pathLst>
                <a:path w="3230" h="2739" fill="none" extrusionOk="0">
                  <a:moveTo>
                    <a:pt x="3230" y="1"/>
                  </a:moveTo>
                  <a:lnTo>
                    <a:pt x="0" y="2738"/>
                  </a:lnTo>
                </a:path>
              </a:pathLst>
            </a:custGeom>
            <a:noFill/>
            <a:ln w="777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1" name="Google Shape;2151;p70"/>
            <p:cNvSpPr/>
            <p:nvPr/>
          </p:nvSpPr>
          <p:spPr>
            <a:xfrm>
              <a:off x="5694865" y="1710053"/>
              <a:ext cx="476323" cy="401841"/>
            </a:xfrm>
            <a:custGeom>
              <a:avLst/>
              <a:gdLst/>
              <a:ahLst/>
              <a:cxnLst/>
              <a:rect l="l" t="t" r="r" b="b"/>
              <a:pathLst>
                <a:path w="5033" h="4246" fill="none" extrusionOk="0">
                  <a:moveTo>
                    <a:pt x="5033" y="1"/>
                  </a:moveTo>
                  <a:lnTo>
                    <a:pt x="1" y="4246"/>
                  </a:lnTo>
                </a:path>
              </a:pathLst>
            </a:custGeom>
            <a:noFill/>
            <a:ln w="777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2" name="Google Shape;2152;p70"/>
            <p:cNvSpPr/>
            <p:nvPr/>
          </p:nvSpPr>
          <p:spPr>
            <a:xfrm>
              <a:off x="6023739" y="1897724"/>
              <a:ext cx="307296" cy="259219"/>
            </a:xfrm>
            <a:custGeom>
              <a:avLst/>
              <a:gdLst/>
              <a:ahLst/>
              <a:cxnLst/>
              <a:rect l="l" t="t" r="r" b="b"/>
              <a:pathLst>
                <a:path w="3247" h="2739" fill="none" extrusionOk="0">
                  <a:moveTo>
                    <a:pt x="3246" y="1"/>
                  </a:moveTo>
                  <a:lnTo>
                    <a:pt x="1" y="2738"/>
                  </a:lnTo>
                </a:path>
              </a:pathLst>
            </a:custGeom>
            <a:noFill/>
            <a:ln w="777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3" name="Google Shape;2153;p70"/>
            <p:cNvSpPr/>
            <p:nvPr/>
          </p:nvSpPr>
          <p:spPr>
            <a:xfrm>
              <a:off x="6183491" y="2087003"/>
              <a:ext cx="307296" cy="259219"/>
            </a:xfrm>
            <a:custGeom>
              <a:avLst/>
              <a:gdLst/>
              <a:ahLst/>
              <a:cxnLst/>
              <a:rect l="l" t="t" r="r" b="b"/>
              <a:pathLst>
                <a:path w="3247" h="2739" fill="none" extrusionOk="0">
                  <a:moveTo>
                    <a:pt x="3246" y="1"/>
                  </a:moveTo>
                  <a:lnTo>
                    <a:pt x="1" y="2738"/>
                  </a:lnTo>
                </a:path>
              </a:pathLst>
            </a:custGeom>
            <a:noFill/>
            <a:ln w="7775" cap="flat" cmpd="sng">
              <a:solidFill>
                <a:srgbClr val="000000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4" name="Google Shape;2154;p70"/>
            <p:cNvSpPr/>
            <p:nvPr/>
          </p:nvSpPr>
          <p:spPr>
            <a:xfrm>
              <a:off x="6343338" y="2276282"/>
              <a:ext cx="307201" cy="257610"/>
            </a:xfrm>
            <a:custGeom>
              <a:avLst/>
              <a:gdLst/>
              <a:ahLst/>
              <a:cxnLst/>
              <a:rect l="l" t="t" r="r" b="b"/>
              <a:pathLst>
                <a:path w="3246" h="2722" fill="none" extrusionOk="0">
                  <a:moveTo>
                    <a:pt x="3246" y="0"/>
                  </a:moveTo>
                  <a:lnTo>
                    <a:pt x="0" y="2721"/>
                  </a:lnTo>
                </a:path>
              </a:pathLst>
            </a:custGeom>
            <a:noFill/>
            <a:ln w="7775" cap="flat" cmpd="sng">
              <a:solidFill>
                <a:srgbClr val="000000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5" name="Google Shape;2155;p70"/>
            <p:cNvSpPr/>
            <p:nvPr/>
          </p:nvSpPr>
          <p:spPr>
            <a:xfrm>
              <a:off x="6332454" y="2463953"/>
              <a:ext cx="476323" cy="403450"/>
            </a:xfrm>
            <a:custGeom>
              <a:avLst/>
              <a:gdLst/>
              <a:ahLst/>
              <a:cxnLst/>
              <a:rect l="l" t="t" r="r" b="b"/>
              <a:pathLst>
                <a:path w="5033" h="4263" fill="none" extrusionOk="0">
                  <a:moveTo>
                    <a:pt x="5033" y="1"/>
                  </a:moveTo>
                  <a:lnTo>
                    <a:pt x="1" y="4263"/>
                  </a:lnTo>
                </a:path>
              </a:pathLst>
            </a:custGeom>
            <a:noFill/>
            <a:ln w="7775" cap="flat" cmpd="sng">
              <a:solidFill>
                <a:srgbClr val="000000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6" name="Google Shape;2156;p70"/>
            <p:cNvSpPr/>
            <p:nvPr/>
          </p:nvSpPr>
          <p:spPr>
            <a:xfrm>
              <a:off x="6662842" y="2653232"/>
              <a:ext cx="305687" cy="259124"/>
            </a:xfrm>
            <a:custGeom>
              <a:avLst/>
              <a:gdLst/>
              <a:ahLst/>
              <a:cxnLst/>
              <a:rect l="l" t="t" r="r" b="b"/>
              <a:pathLst>
                <a:path w="3230" h="2738" fill="none" extrusionOk="0">
                  <a:moveTo>
                    <a:pt x="3230" y="1"/>
                  </a:moveTo>
                  <a:lnTo>
                    <a:pt x="1" y="2738"/>
                  </a:lnTo>
                </a:path>
              </a:pathLst>
            </a:custGeom>
            <a:noFill/>
            <a:ln w="7775" cap="flat" cmpd="sng">
              <a:solidFill>
                <a:srgbClr val="000000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7" name="Google Shape;2157;p70"/>
            <p:cNvSpPr/>
            <p:nvPr/>
          </p:nvSpPr>
          <p:spPr>
            <a:xfrm>
              <a:off x="6821080" y="2840902"/>
              <a:ext cx="307296" cy="259219"/>
            </a:xfrm>
            <a:custGeom>
              <a:avLst/>
              <a:gdLst/>
              <a:ahLst/>
              <a:cxnLst/>
              <a:rect l="l" t="t" r="r" b="b"/>
              <a:pathLst>
                <a:path w="3247" h="2739" fill="none" extrusionOk="0">
                  <a:moveTo>
                    <a:pt x="3246" y="1"/>
                  </a:moveTo>
                  <a:lnTo>
                    <a:pt x="1" y="2738"/>
                  </a:lnTo>
                </a:path>
              </a:pathLst>
            </a:custGeom>
            <a:noFill/>
            <a:ln w="7775" cap="flat" cmpd="sng">
              <a:solidFill>
                <a:srgbClr val="000000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8" name="Google Shape;2158;p70"/>
            <p:cNvSpPr/>
            <p:nvPr/>
          </p:nvSpPr>
          <p:spPr>
            <a:xfrm>
              <a:off x="6980927" y="3030181"/>
              <a:ext cx="307201" cy="259124"/>
            </a:xfrm>
            <a:custGeom>
              <a:avLst/>
              <a:gdLst/>
              <a:ahLst/>
              <a:cxnLst/>
              <a:rect l="l" t="t" r="r" b="b"/>
              <a:pathLst>
                <a:path w="3246" h="2738" fill="none" extrusionOk="0">
                  <a:moveTo>
                    <a:pt x="3246" y="1"/>
                  </a:moveTo>
                  <a:lnTo>
                    <a:pt x="0" y="2738"/>
                  </a:lnTo>
                </a:path>
              </a:pathLst>
            </a:custGeom>
            <a:noFill/>
            <a:ln w="7775" cap="flat" cmpd="sng">
              <a:solidFill>
                <a:srgbClr val="000000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9" name="Google Shape;2159;p70"/>
            <p:cNvSpPr/>
            <p:nvPr/>
          </p:nvSpPr>
          <p:spPr>
            <a:xfrm>
              <a:off x="6970043" y="3219461"/>
              <a:ext cx="477837" cy="401841"/>
            </a:xfrm>
            <a:custGeom>
              <a:avLst/>
              <a:gdLst/>
              <a:ahLst/>
              <a:cxnLst/>
              <a:rect l="l" t="t" r="r" b="b"/>
              <a:pathLst>
                <a:path w="5049" h="4246" fill="none" extrusionOk="0">
                  <a:moveTo>
                    <a:pt x="5049" y="0"/>
                  </a:moveTo>
                  <a:lnTo>
                    <a:pt x="0" y="4246"/>
                  </a:lnTo>
                </a:path>
              </a:pathLst>
            </a:custGeom>
            <a:noFill/>
            <a:ln w="7775" cap="flat" cmpd="sng">
              <a:solidFill>
                <a:srgbClr val="000000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0" name="Google Shape;2160;p70"/>
            <p:cNvSpPr/>
            <p:nvPr/>
          </p:nvSpPr>
          <p:spPr>
            <a:xfrm>
              <a:off x="7300431" y="3407131"/>
              <a:ext cx="305687" cy="259219"/>
            </a:xfrm>
            <a:custGeom>
              <a:avLst/>
              <a:gdLst/>
              <a:ahLst/>
              <a:cxnLst/>
              <a:rect l="l" t="t" r="r" b="b"/>
              <a:pathLst>
                <a:path w="3230" h="2739" fill="none" extrusionOk="0">
                  <a:moveTo>
                    <a:pt x="3230" y="1"/>
                  </a:moveTo>
                  <a:lnTo>
                    <a:pt x="1" y="2738"/>
                  </a:lnTo>
                </a:path>
              </a:pathLst>
            </a:custGeom>
            <a:noFill/>
            <a:ln w="7775" cap="flat" cmpd="sng">
              <a:solidFill>
                <a:srgbClr val="000000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1" name="Google Shape;2161;p70"/>
            <p:cNvSpPr/>
            <p:nvPr/>
          </p:nvSpPr>
          <p:spPr>
            <a:xfrm>
              <a:off x="7460278" y="3596410"/>
              <a:ext cx="305687" cy="259124"/>
            </a:xfrm>
            <a:custGeom>
              <a:avLst/>
              <a:gdLst/>
              <a:ahLst/>
              <a:cxnLst/>
              <a:rect l="l" t="t" r="r" b="b"/>
              <a:pathLst>
                <a:path w="3230" h="2738" fill="none" extrusionOk="0">
                  <a:moveTo>
                    <a:pt x="3229" y="0"/>
                  </a:moveTo>
                  <a:lnTo>
                    <a:pt x="0" y="2738"/>
                  </a:lnTo>
                </a:path>
              </a:pathLst>
            </a:custGeom>
            <a:noFill/>
            <a:ln w="777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2" name="Google Shape;2162;p70"/>
            <p:cNvSpPr/>
            <p:nvPr/>
          </p:nvSpPr>
          <p:spPr>
            <a:xfrm>
              <a:off x="7620030" y="3784081"/>
              <a:ext cx="305687" cy="260733"/>
            </a:xfrm>
            <a:custGeom>
              <a:avLst/>
              <a:gdLst/>
              <a:ahLst/>
              <a:cxnLst/>
              <a:rect l="l" t="t" r="r" b="b"/>
              <a:pathLst>
                <a:path w="3230" h="2755" fill="none" extrusionOk="0">
                  <a:moveTo>
                    <a:pt x="3229" y="1"/>
                  </a:moveTo>
                  <a:lnTo>
                    <a:pt x="0" y="2755"/>
                  </a:lnTo>
                </a:path>
              </a:pathLst>
            </a:custGeom>
            <a:noFill/>
            <a:ln w="777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3" name="Google Shape;2163;p70"/>
            <p:cNvSpPr/>
            <p:nvPr/>
          </p:nvSpPr>
          <p:spPr>
            <a:xfrm>
              <a:off x="7609147" y="3973360"/>
              <a:ext cx="476323" cy="403450"/>
            </a:xfrm>
            <a:custGeom>
              <a:avLst/>
              <a:gdLst/>
              <a:ahLst/>
              <a:cxnLst/>
              <a:rect l="l" t="t" r="r" b="b"/>
              <a:pathLst>
                <a:path w="5033" h="4263" fill="none" extrusionOk="0">
                  <a:moveTo>
                    <a:pt x="5033" y="1"/>
                  </a:moveTo>
                  <a:lnTo>
                    <a:pt x="1" y="4262"/>
                  </a:lnTo>
                </a:path>
              </a:pathLst>
            </a:custGeom>
            <a:noFill/>
            <a:ln w="777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4" name="Google Shape;2164;p70"/>
            <p:cNvSpPr/>
            <p:nvPr/>
          </p:nvSpPr>
          <p:spPr>
            <a:xfrm>
              <a:off x="7938021" y="4162639"/>
              <a:ext cx="307296" cy="259124"/>
            </a:xfrm>
            <a:custGeom>
              <a:avLst/>
              <a:gdLst/>
              <a:ahLst/>
              <a:cxnLst/>
              <a:rect l="l" t="t" r="r" b="b"/>
              <a:pathLst>
                <a:path w="3247" h="2738" fill="none" extrusionOk="0">
                  <a:moveTo>
                    <a:pt x="3246" y="0"/>
                  </a:moveTo>
                  <a:lnTo>
                    <a:pt x="1" y="2738"/>
                  </a:lnTo>
                </a:path>
              </a:pathLst>
            </a:custGeom>
            <a:noFill/>
            <a:ln w="777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5" name="Google Shape;2165;p70"/>
            <p:cNvSpPr/>
            <p:nvPr/>
          </p:nvSpPr>
          <p:spPr>
            <a:xfrm>
              <a:off x="8097773" y="4350309"/>
              <a:ext cx="307296" cy="259124"/>
            </a:xfrm>
            <a:custGeom>
              <a:avLst/>
              <a:gdLst/>
              <a:ahLst/>
              <a:cxnLst/>
              <a:rect l="l" t="t" r="r" b="b"/>
              <a:pathLst>
                <a:path w="3247" h="2738" fill="none" extrusionOk="0">
                  <a:moveTo>
                    <a:pt x="3246" y="1"/>
                  </a:moveTo>
                  <a:lnTo>
                    <a:pt x="1" y="2738"/>
                  </a:lnTo>
                </a:path>
              </a:pathLst>
            </a:custGeom>
            <a:noFill/>
            <a:ln w="777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6" name="Google Shape;2166;p70"/>
            <p:cNvSpPr/>
            <p:nvPr/>
          </p:nvSpPr>
          <p:spPr>
            <a:xfrm>
              <a:off x="8257620" y="4539589"/>
              <a:ext cx="305687" cy="259124"/>
            </a:xfrm>
            <a:custGeom>
              <a:avLst/>
              <a:gdLst/>
              <a:ahLst/>
              <a:cxnLst/>
              <a:rect l="l" t="t" r="r" b="b"/>
              <a:pathLst>
                <a:path w="3230" h="2738" fill="none" extrusionOk="0">
                  <a:moveTo>
                    <a:pt x="3229" y="0"/>
                  </a:moveTo>
                  <a:lnTo>
                    <a:pt x="0" y="2738"/>
                  </a:lnTo>
                </a:path>
              </a:pathLst>
            </a:custGeom>
            <a:noFill/>
            <a:ln w="777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7" name="Google Shape;2167;p70"/>
            <p:cNvSpPr/>
            <p:nvPr/>
          </p:nvSpPr>
          <p:spPr>
            <a:xfrm>
              <a:off x="8246736" y="4728868"/>
              <a:ext cx="476323" cy="401841"/>
            </a:xfrm>
            <a:custGeom>
              <a:avLst/>
              <a:gdLst/>
              <a:ahLst/>
              <a:cxnLst/>
              <a:rect l="l" t="t" r="r" b="b"/>
              <a:pathLst>
                <a:path w="5033" h="4246" fill="none" extrusionOk="0">
                  <a:moveTo>
                    <a:pt x="5033" y="0"/>
                  </a:moveTo>
                  <a:lnTo>
                    <a:pt x="0" y="4245"/>
                  </a:lnTo>
                </a:path>
              </a:pathLst>
            </a:custGeom>
            <a:noFill/>
            <a:ln w="777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8" name="Google Shape;2168;p70"/>
            <p:cNvSpPr/>
            <p:nvPr/>
          </p:nvSpPr>
          <p:spPr>
            <a:xfrm>
              <a:off x="7042916" y="1866777"/>
              <a:ext cx="772641" cy="1233348"/>
            </a:xfrm>
            <a:custGeom>
              <a:avLst/>
              <a:gdLst/>
              <a:ahLst/>
              <a:cxnLst/>
              <a:rect l="l" t="t" r="r" b="b"/>
              <a:pathLst>
                <a:path w="8164" h="13032" extrusionOk="0">
                  <a:moveTo>
                    <a:pt x="443" y="0"/>
                  </a:moveTo>
                  <a:lnTo>
                    <a:pt x="1" y="8688"/>
                  </a:lnTo>
                  <a:lnTo>
                    <a:pt x="2525" y="13031"/>
                  </a:lnTo>
                  <a:lnTo>
                    <a:pt x="8164" y="8622"/>
                  </a:lnTo>
                  <a:cubicBezTo>
                    <a:pt x="8164" y="8622"/>
                    <a:pt x="5197" y="2951"/>
                    <a:pt x="3951" y="1705"/>
                  </a:cubicBezTo>
                  <a:cubicBezTo>
                    <a:pt x="3017" y="754"/>
                    <a:pt x="1771" y="164"/>
                    <a:pt x="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9" name="Google Shape;2169;p70"/>
            <p:cNvSpPr/>
            <p:nvPr/>
          </p:nvSpPr>
          <p:spPr>
            <a:xfrm>
              <a:off x="6816443" y="3773576"/>
              <a:ext cx="1338872" cy="3701086"/>
            </a:xfrm>
            <a:custGeom>
              <a:avLst/>
              <a:gdLst/>
              <a:ahLst/>
              <a:cxnLst/>
              <a:rect l="l" t="t" r="r" b="b"/>
              <a:pathLst>
                <a:path w="14147" h="39107" extrusionOk="0">
                  <a:moveTo>
                    <a:pt x="7115" y="0"/>
                  </a:moveTo>
                  <a:cubicBezTo>
                    <a:pt x="4580" y="0"/>
                    <a:pt x="1" y="2210"/>
                    <a:pt x="1" y="2210"/>
                  </a:cubicBezTo>
                  <a:cubicBezTo>
                    <a:pt x="1" y="2210"/>
                    <a:pt x="1214" y="20109"/>
                    <a:pt x="1541" y="22306"/>
                  </a:cubicBezTo>
                  <a:cubicBezTo>
                    <a:pt x="2738" y="30550"/>
                    <a:pt x="4098" y="39107"/>
                    <a:pt x="4098" y="39107"/>
                  </a:cubicBezTo>
                  <a:lnTo>
                    <a:pt x="14146" y="39107"/>
                  </a:lnTo>
                  <a:lnTo>
                    <a:pt x="10983" y="19667"/>
                  </a:lnTo>
                  <a:lnTo>
                    <a:pt x="9442" y="7258"/>
                  </a:lnTo>
                  <a:cubicBezTo>
                    <a:pt x="9442" y="7258"/>
                    <a:pt x="9950" y="2062"/>
                    <a:pt x="8491" y="440"/>
                  </a:cubicBezTo>
                  <a:cubicBezTo>
                    <a:pt x="8210" y="126"/>
                    <a:pt x="7721" y="0"/>
                    <a:pt x="7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0" name="Google Shape;2170;p70"/>
            <p:cNvSpPr/>
            <p:nvPr/>
          </p:nvSpPr>
          <p:spPr>
            <a:xfrm>
              <a:off x="6935878" y="4555109"/>
              <a:ext cx="417457" cy="2919549"/>
            </a:xfrm>
            <a:custGeom>
              <a:avLst/>
              <a:gdLst/>
              <a:ahLst/>
              <a:cxnLst/>
              <a:rect l="l" t="t" r="r" b="b"/>
              <a:pathLst>
                <a:path w="4411" h="30849" fill="none" extrusionOk="0">
                  <a:moveTo>
                    <a:pt x="4410" y="30849"/>
                  </a:moveTo>
                  <a:cubicBezTo>
                    <a:pt x="4410" y="30849"/>
                    <a:pt x="1" y="6393"/>
                    <a:pt x="181" y="0"/>
                  </a:cubicBezTo>
                </a:path>
              </a:pathLst>
            </a:custGeom>
            <a:noFill/>
            <a:ln w="5325" cap="flat" cmpd="sng">
              <a:solidFill>
                <a:schemeClr val="accent6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1" name="Google Shape;2171;p70"/>
            <p:cNvSpPr/>
            <p:nvPr/>
          </p:nvSpPr>
          <p:spPr>
            <a:xfrm>
              <a:off x="5674707" y="3796478"/>
              <a:ext cx="1568469" cy="3678184"/>
            </a:xfrm>
            <a:custGeom>
              <a:avLst/>
              <a:gdLst/>
              <a:ahLst/>
              <a:cxnLst/>
              <a:rect l="l" t="t" r="r" b="b"/>
              <a:pathLst>
                <a:path w="16573" h="38865" extrusionOk="0">
                  <a:moveTo>
                    <a:pt x="16277" y="1"/>
                  </a:moveTo>
                  <a:lnTo>
                    <a:pt x="4508" y="2509"/>
                  </a:lnTo>
                  <a:lnTo>
                    <a:pt x="1" y="38865"/>
                  </a:lnTo>
                  <a:lnTo>
                    <a:pt x="9327" y="38865"/>
                  </a:lnTo>
                  <a:lnTo>
                    <a:pt x="11688" y="20687"/>
                  </a:lnTo>
                  <a:lnTo>
                    <a:pt x="14376" y="8885"/>
                  </a:lnTo>
                  <a:cubicBezTo>
                    <a:pt x="14376" y="8885"/>
                    <a:pt x="16572" y="7311"/>
                    <a:pt x="16572" y="5640"/>
                  </a:cubicBezTo>
                  <a:lnTo>
                    <a:pt x="162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2" name="Google Shape;2172;p70"/>
            <p:cNvSpPr/>
            <p:nvPr/>
          </p:nvSpPr>
          <p:spPr>
            <a:xfrm>
              <a:off x="6907960" y="4330151"/>
              <a:ext cx="335215" cy="859520"/>
            </a:xfrm>
            <a:custGeom>
              <a:avLst/>
              <a:gdLst/>
              <a:ahLst/>
              <a:cxnLst/>
              <a:rect l="l" t="t" r="r" b="b"/>
              <a:pathLst>
                <a:path w="3542" h="9082" fill="none" extrusionOk="0">
                  <a:moveTo>
                    <a:pt x="3541" y="1"/>
                  </a:moveTo>
                  <a:cubicBezTo>
                    <a:pt x="3213" y="1885"/>
                    <a:pt x="1345" y="3246"/>
                    <a:pt x="1345" y="3246"/>
                  </a:cubicBezTo>
                  <a:lnTo>
                    <a:pt x="1" y="9081"/>
                  </a:lnTo>
                </a:path>
              </a:pathLst>
            </a:custGeom>
            <a:noFill/>
            <a:ln w="5325" cap="flat" cmpd="sng">
              <a:solidFill>
                <a:schemeClr val="accent6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3" name="Google Shape;2173;p70"/>
            <p:cNvSpPr/>
            <p:nvPr/>
          </p:nvSpPr>
          <p:spPr>
            <a:xfrm>
              <a:off x="5868624" y="3895755"/>
              <a:ext cx="471686" cy="3578906"/>
            </a:xfrm>
            <a:custGeom>
              <a:avLst/>
              <a:gdLst/>
              <a:ahLst/>
              <a:cxnLst/>
              <a:rect l="l" t="t" r="r" b="b"/>
              <a:pathLst>
                <a:path w="4984" h="37816" fill="none" extrusionOk="0">
                  <a:moveTo>
                    <a:pt x="1" y="37816"/>
                  </a:moveTo>
                  <a:lnTo>
                    <a:pt x="4983" y="1"/>
                  </a:lnTo>
                </a:path>
              </a:pathLst>
            </a:custGeom>
            <a:noFill/>
            <a:ln w="5325" cap="flat" cmpd="sng">
              <a:solidFill>
                <a:schemeClr val="accent6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4" name="Google Shape;2174;p70"/>
            <p:cNvSpPr/>
            <p:nvPr/>
          </p:nvSpPr>
          <p:spPr>
            <a:xfrm>
              <a:off x="6569811" y="4243272"/>
              <a:ext cx="412725" cy="24890"/>
            </a:xfrm>
            <a:custGeom>
              <a:avLst/>
              <a:gdLst/>
              <a:ahLst/>
              <a:cxnLst/>
              <a:rect l="l" t="t" r="r" b="b"/>
              <a:pathLst>
                <a:path w="4361" h="263" fill="none" extrusionOk="0">
                  <a:moveTo>
                    <a:pt x="0" y="263"/>
                  </a:moveTo>
                  <a:lnTo>
                    <a:pt x="4361" y="1"/>
                  </a:lnTo>
                </a:path>
              </a:pathLst>
            </a:custGeom>
            <a:noFill/>
            <a:ln w="5325" cap="flat" cmpd="sng">
              <a:solidFill>
                <a:schemeClr val="accent6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5" name="Google Shape;2175;p70"/>
            <p:cNvSpPr/>
            <p:nvPr/>
          </p:nvSpPr>
          <p:spPr>
            <a:xfrm>
              <a:off x="7472676" y="4181188"/>
              <a:ext cx="240480" cy="21862"/>
            </a:xfrm>
            <a:custGeom>
              <a:avLst/>
              <a:gdLst/>
              <a:ahLst/>
              <a:cxnLst/>
              <a:rect l="l" t="t" r="r" b="b"/>
              <a:pathLst>
                <a:path w="2541" h="231" fill="none" extrusionOk="0">
                  <a:moveTo>
                    <a:pt x="0" y="230"/>
                  </a:moveTo>
                  <a:lnTo>
                    <a:pt x="2541" y="1"/>
                  </a:lnTo>
                </a:path>
              </a:pathLst>
            </a:custGeom>
            <a:noFill/>
            <a:ln w="5325" cap="flat" cmpd="sng">
              <a:solidFill>
                <a:schemeClr val="accent6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6" name="Google Shape;2176;p70"/>
            <p:cNvSpPr/>
            <p:nvPr/>
          </p:nvSpPr>
          <p:spPr>
            <a:xfrm>
              <a:off x="6489178" y="1624783"/>
              <a:ext cx="642322" cy="485692"/>
            </a:xfrm>
            <a:custGeom>
              <a:avLst/>
              <a:gdLst/>
              <a:ahLst/>
              <a:cxnLst/>
              <a:rect l="l" t="t" r="r" b="b"/>
              <a:pathLst>
                <a:path w="6787" h="5132" extrusionOk="0">
                  <a:moveTo>
                    <a:pt x="5032" y="0"/>
                  </a:moveTo>
                  <a:lnTo>
                    <a:pt x="0" y="2328"/>
                  </a:lnTo>
                  <a:lnTo>
                    <a:pt x="459" y="4786"/>
                  </a:lnTo>
                  <a:cubicBezTo>
                    <a:pt x="459" y="4786"/>
                    <a:pt x="803" y="5114"/>
                    <a:pt x="1820" y="5131"/>
                  </a:cubicBezTo>
                  <a:cubicBezTo>
                    <a:pt x="1833" y="5131"/>
                    <a:pt x="1848" y="5131"/>
                    <a:pt x="1862" y="5131"/>
                  </a:cubicBezTo>
                  <a:cubicBezTo>
                    <a:pt x="3269" y="5131"/>
                    <a:pt x="6786" y="3557"/>
                    <a:pt x="6786" y="3557"/>
                  </a:cubicBezTo>
                  <a:lnTo>
                    <a:pt x="5032" y="0"/>
                  </a:lnTo>
                  <a:close/>
                </a:path>
              </a:pathLst>
            </a:custGeom>
            <a:solidFill>
              <a:srgbClr val="E070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7" name="Google Shape;2177;p70"/>
            <p:cNvSpPr/>
            <p:nvPr/>
          </p:nvSpPr>
          <p:spPr>
            <a:xfrm>
              <a:off x="6287500" y="1091962"/>
              <a:ext cx="682638" cy="795828"/>
            </a:xfrm>
            <a:custGeom>
              <a:avLst/>
              <a:gdLst/>
              <a:ahLst/>
              <a:cxnLst/>
              <a:rect l="l" t="t" r="r" b="b"/>
              <a:pathLst>
                <a:path w="7213" h="8409" extrusionOk="0">
                  <a:moveTo>
                    <a:pt x="3644" y="0"/>
                  </a:moveTo>
                  <a:cubicBezTo>
                    <a:pt x="3111" y="0"/>
                    <a:pt x="2579" y="124"/>
                    <a:pt x="2098" y="368"/>
                  </a:cubicBezTo>
                  <a:cubicBezTo>
                    <a:pt x="1098" y="877"/>
                    <a:pt x="590" y="1958"/>
                    <a:pt x="328" y="3024"/>
                  </a:cubicBezTo>
                  <a:cubicBezTo>
                    <a:pt x="131" y="3860"/>
                    <a:pt x="17" y="4712"/>
                    <a:pt x="0" y="5565"/>
                  </a:cubicBezTo>
                  <a:cubicBezTo>
                    <a:pt x="0" y="6482"/>
                    <a:pt x="180" y="7236"/>
                    <a:pt x="607" y="7679"/>
                  </a:cubicBezTo>
                  <a:cubicBezTo>
                    <a:pt x="1091" y="8178"/>
                    <a:pt x="1810" y="8409"/>
                    <a:pt x="2571" y="8409"/>
                  </a:cubicBezTo>
                  <a:cubicBezTo>
                    <a:pt x="3535" y="8409"/>
                    <a:pt x="4565" y="8037"/>
                    <a:pt x="5262" y="7368"/>
                  </a:cubicBezTo>
                  <a:cubicBezTo>
                    <a:pt x="5770" y="6859"/>
                    <a:pt x="6180" y="6269"/>
                    <a:pt x="6442" y="5597"/>
                  </a:cubicBezTo>
                  <a:cubicBezTo>
                    <a:pt x="7065" y="4122"/>
                    <a:pt x="7212" y="1876"/>
                    <a:pt x="5786" y="745"/>
                  </a:cubicBezTo>
                  <a:cubicBezTo>
                    <a:pt x="5557" y="565"/>
                    <a:pt x="5295" y="401"/>
                    <a:pt x="5016" y="287"/>
                  </a:cubicBezTo>
                  <a:cubicBezTo>
                    <a:pt x="4580" y="95"/>
                    <a:pt x="4111" y="0"/>
                    <a:pt x="3644" y="0"/>
                  </a:cubicBezTo>
                  <a:close/>
                </a:path>
              </a:pathLst>
            </a:custGeom>
            <a:solidFill>
              <a:srgbClr val="E070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8" name="Google Shape;2178;p70"/>
            <p:cNvSpPr/>
            <p:nvPr/>
          </p:nvSpPr>
          <p:spPr>
            <a:xfrm>
              <a:off x="6323180" y="802933"/>
              <a:ext cx="881193" cy="926810"/>
            </a:xfrm>
            <a:custGeom>
              <a:avLst/>
              <a:gdLst/>
              <a:ahLst/>
              <a:cxnLst/>
              <a:rect l="l" t="t" r="r" b="b"/>
              <a:pathLst>
                <a:path w="9311" h="9793" extrusionOk="0">
                  <a:moveTo>
                    <a:pt x="312" y="5044"/>
                  </a:moveTo>
                  <a:cubicBezTo>
                    <a:pt x="312" y="5044"/>
                    <a:pt x="312" y="5045"/>
                    <a:pt x="312" y="5045"/>
                  </a:cubicBezTo>
                  <a:cubicBezTo>
                    <a:pt x="312" y="5045"/>
                    <a:pt x="312" y="5045"/>
                    <a:pt x="312" y="5044"/>
                  </a:cubicBezTo>
                  <a:close/>
                  <a:moveTo>
                    <a:pt x="3272" y="0"/>
                  </a:moveTo>
                  <a:cubicBezTo>
                    <a:pt x="3109" y="0"/>
                    <a:pt x="2944" y="32"/>
                    <a:pt x="2787" y="95"/>
                  </a:cubicBezTo>
                  <a:cubicBezTo>
                    <a:pt x="2393" y="243"/>
                    <a:pt x="2033" y="505"/>
                    <a:pt x="1738" y="816"/>
                  </a:cubicBezTo>
                  <a:cubicBezTo>
                    <a:pt x="853" y="1685"/>
                    <a:pt x="0" y="2668"/>
                    <a:pt x="131" y="4029"/>
                  </a:cubicBezTo>
                  <a:cubicBezTo>
                    <a:pt x="131" y="4093"/>
                    <a:pt x="319" y="5004"/>
                    <a:pt x="312" y="5044"/>
                  </a:cubicBezTo>
                  <a:lnTo>
                    <a:pt x="312" y="5044"/>
                  </a:lnTo>
                  <a:cubicBezTo>
                    <a:pt x="722" y="4323"/>
                    <a:pt x="1164" y="3635"/>
                    <a:pt x="1869" y="3390"/>
                  </a:cubicBezTo>
                  <a:lnTo>
                    <a:pt x="1869" y="3390"/>
                  </a:lnTo>
                  <a:cubicBezTo>
                    <a:pt x="1852" y="3586"/>
                    <a:pt x="2098" y="3914"/>
                    <a:pt x="2262" y="4029"/>
                  </a:cubicBezTo>
                  <a:cubicBezTo>
                    <a:pt x="3049" y="4537"/>
                    <a:pt x="4016" y="4553"/>
                    <a:pt x="4934" y="4619"/>
                  </a:cubicBezTo>
                  <a:cubicBezTo>
                    <a:pt x="4770" y="5258"/>
                    <a:pt x="4803" y="5930"/>
                    <a:pt x="5032" y="6553"/>
                  </a:cubicBezTo>
                  <a:cubicBezTo>
                    <a:pt x="5245" y="7160"/>
                    <a:pt x="5524" y="7750"/>
                    <a:pt x="5868" y="8323"/>
                  </a:cubicBezTo>
                  <a:cubicBezTo>
                    <a:pt x="6114" y="8733"/>
                    <a:pt x="6409" y="9110"/>
                    <a:pt x="6770" y="9454"/>
                  </a:cubicBezTo>
                  <a:cubicBezTo>
                    <a:pt x="6933" y="9617"/>
                    <a:pt x="7083" y="9793"/>
                    <a:pt x="7251" y="9793"/>
                  </a:cubicBezTo>
                  <a:cubicBezTo>
                    <a:pt x="7355" y="9793"/>
                    <a:pt x="7465" y="9727"/>
                    <a:pt x="7589" y="9553"/>
                  </a:cubicBezTo>
                  <a:cubicBezTo>
                    <a:pt x="8212" y="8684"/>
                    <a:pt x="8688" y="7717"/>
                    <a:pt x="8966" y="6684"/>
                  </a:cubicBezTo>
                  <a:cubicBezTo>
                    <a:pt x="9212" y="5783"/>
                    <a:pt x="9310" y="4767"/>
                    <a:pt x="8770" y="4013"/>
                  </a:cubicBezTo>
                  <a:cubicBezTo>
                    <a:pt x="8589" y="3750"/>
                    <a:pt x="8343" y="3537"/>
                    <a:pt x="8065" y="3373"/>
                  </a:cubicBezTo>
                  <a:cubicBezTo>
                    <a:pt x="7835" y="3259"/>
                    <a:pt x="7606" y="3226"/>
                    <a:pt x="7376" y="3062"/>
                  </a:cubicBezTo>
                  <a:cubicBezTo>
                    <a:pt x="6917" y="2718"/>
                    <a:pt x="6590" y="2226"/>
                    <a:pt x="6426" y="1685"/>
                  </a:cubicBezTo>
                  <a:cubicBezTo>
                    <a:pt x="6344" y="1406"/>
                    <a:pt x="6311" y="1095"/>
                    <a:pt x="6114" y="882"/>
                  </a:cubicBezTo>
                  <a:cubicBezTo>
                    <a:pt x="5946" y="714"/>
                    <a:pt x="5718" y="653"/>
                    <a:pt x="5480" y="653"/>
                  </a:cubicBezTo>
                  <a:cubicBezTo>
                    <a:pt x="5325" y="653"/>
                    <a:pt x="5165" y="679"/>
                    <a:pt x="5016" y="718"/>
                  </a:cubicBezTo>
                  <a:cubicBezTo>
                    <a:pt x="4944" y="742"/>
                    <a:pt x="4863" y="757"/>
                    <a:pt x="4780" y="757"/>
                  </a:cubicBezTo>
                  <a:cubicBezTo>
                    <a:pt x="4750" y="757"/>
                    <a:pt x="4719" y="755"/>
                    <a:pt x="4688" y="751"/>
                  </a:cubicBezTo>
                  <a:cubicBezTo>
                    <a:pt x="4393" y="718"/>
                    <a:pt x="4229" y="423"/>
                    <a:pt x="4000" y="243"/>
                  </a:cubicBezTo>
                  <a:cubicBezTo>
                    <a:pt x="3788" y="81"/>
                    <a:pt x="3533" y="0"/>
                    <a:pt x="3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9" name="Google Shape;2179;p70"/>
            <p:cNvSpPr/>
            <p:nvPr/>
          </p:nvSpPr>
          <p:spPr>
            <a:xfrm>
              <a:off x="6383655" y="1401339"/>
              <a:ext cx="85365" cy="155210"/>
            </a:xfrm>
            <a:custGeom>
              <a:avLst/>
              <a:gdLst/>
              <a:ahLst/>
              <a:cxnLst/>
              <a:rect l="l" t="t" r="r" b="b"/>
              <a:pathLst>
                <a:path w="902" h="1640" fill="none" extrusionOk="0">
                  <a:moveTo>
                    <a:pt x="853" y="1"/>
                  </a:moveTo>
                  <a:cubicBezTo>
                    <a:pt x="853" y="1"/>
                    <a:pt x="541" y="656"/>
                    <a:pt x="361" y="984"/>
                  </a:cubicBezTo>
                  <a:cubicBezTo>
                    <a:pt x="230" y="1230"/>
                    <a:pt x="0" y="1640"/>
                    <a:pt x="902" y="1607"/>
                  </a:cubicBezTo>
                </a:path>
              </a:pathLst>
            </a:custGeom>
            <a:noFill/>
            <a:ln w="532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0" name="Google Shape;2180;p70"/>
            <p:cNvSpPr/>
            <p:nvPr/>
          </p:nvSpPr>
          <p:spPr>
            <a:xfrm>
              <a:off x="6580695" y="1401244"/>
              <a:ext cx="54323" cy="62746"/>
            </a:xfrm>
            <a:custGeom>
              <a:avLst/>
              <a:gdLst/>
              <a:ahLst/>
              <a:cxnLst/>
              <a:rect l="l" t="t" r="r" b="b"/>
              <a:pathLst>
                <a:path w="574" h="663" extrusionOk="0">
                  <a:moveTo>
                    <a:pt x="319" y="0"/>
                  </a:moveTo>
                  <a:cubicBezTo>
                    <a:pt x="197" y="0"/>
                    <a:pt x="80" y="112"/>
                    <a:pt x="49" y="280"/>
                  </a:cubicBezTo>
                  <a:cubicBezTo>
                    <a:pt x="0" y="428"/>
                    <a:pt x="82" y="592"/>
                    <a:pt x="230" y="657"/>
                  </a:cubicBezTo>
                  <a:cubicBezTo>
                    <a:pt x="243" y="661"/>
                    <a:pt x="257" y="662"/>
                    <a:pt x="270" y="662"/>
                  </a:cubicBezTo>
                  <a:cubicBezTo>
                    <a:pt x="387" y="662"/>
                    <a:pt x="495" y="540"/>
                    <a:pt x="525" y="379"/>
                  </a:cubicBezTo>
                  <a:cubicBezTo>
                    <a:pt x="574" y="231"/>
                    <a:pt x="492" y="67"/>
                    <a:pt x="344" y="2"/>
                  </a:cubicBezTo>
                  <a:cubicBezTo>
                    <a:pt x="336" y="1"/>
                    <a:pt x="328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1" name="Google Shape;2181;p70"/>
            <p:cNvSpPr/>
            <p:nvPr/>
          </p:nvSpPr>
          <p:spPr>
            <a:xfrm>
              <a:off x="6355736" y="1365565"/>
              <a:ext cx="54418" cy="62746"/>
            </a:xfrm>
            <a:custGeom>
              <a:avLst/>
              <a:gdLst/>
              <a:ahLst/>
              <a:cxnLst/>
              <a:rect l="l" t="t" r="r" b="b"/>
              <a:pathLst>
                <a:path w="575" h="663" extrusionOk="0">
                  <a:moveTo>
                    <a:pt x="320" y="0"/>
                  </a:moveTo>
                  <a:cubicBezTo>
                    <a:pt x="199" y="0"/>
                    <a:pt x="96" y="112"/>
                    <a:pt x="50" y="280"/>
                  </a:cubicBezTo>
                  <a:cubicBezTo>
                    <a:pt x="0" y="444"/>
                    <a:pt x="82" y="608"/>
                    <a:pt x="230" y="657"/>
                  </a:cubicBezTo>
                  <a:cubicBezTo>
                    <a:pt x="245" y="661"/>
                    <a:pt x="260" y="663"/>
                    <a:pt x="275" y="663"/>
                  </a:cubicBezTo>
                  <a:cubicBezTo>
                    <a:pt x="390" y="663"/>
                    <a:pt x="496" y="553"/>
                    <a:pt x="525" y="379"/>
                  </a:cubicBezTo>
                  <a:cubicBezTo>
                    <a:pt x="574" y="231"/>
                    <a:pt x="492" y="67"/>
                    <a:pt x="345" y="2"/>
                  </a:cubicBezTo>
                  <a:cubicBezTo>
                    <a:pt x="336" y="1"/>
                    <a:pt x="328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2" name="Google Shape;2182;p70"/>
            <p:cNvSpPr/>
            <p:nvPr/>
          </p:nvSpPr>
          <p:spPr>
            <a:xfrm>
              <a:off x="6762120" y="1500994"/>
              <a:ext cx="246821" cy="296507"/>
            </a:xfrm>
            <a:custGeom>
              <a:avLst/>
              <a:gdLst/>
              <a:ahLst/>
              <a:cxnLst/>
              <a:rect l="l" t="t" r="r" b="b"/>
              <a:pathLst>
                <a:path w="2608" h="3133" extrusionOk="0">
                  <a:moveTo>
                    <a:pt x="1255" y="0"/>
                  </a:moveTo>
                  <a:cubicBezTo>
                    <a:pt x="951" y="0"/>
                    <a:pt x="654" y="121"/>
                    <a:pt x="427" y="357"/>
                  </a:cubicBezTo>
                  <a:lnTo>
                    <a:pt x="1" y="2587"/>
                  </a:lnTo>
                  <a:cubicBezTo>
                    <a:pt x="244" y="2980"/>
                    <a:pt x="573" y="3132"/>
                    <a:pt x="907" y="3132"/>
                  </a:cubicBezTo>
                  <a:cubicBezTo>
                    <a:pt x="1407" y="3132"/>
                    <a:pt x="1919" y="2790"/>
                    <a:pt x="2165" y="2406"/>
                  </a:cubicBezTo>
                  <a:cubicBezTo>
                    <a:pt x="2607" y="1701"/>
                    <a:pt x="2591" y="554"/>
                    <a:pt x="1788" y="128"/>
                  </a:cubicBezTo>
                  <a:cubicBezTo>
                    <a:pt x="1617" y="43"/>
                    <a:pt x="1435" y="0"/>
                    <a:pt x="1255" y="0"/>
                  </a:cubicBezTo>
                  <a:close/>
                </a:path>
              </a:pathLst>
            </a:custGeom>
            <a:solidFill>
              <a:srgbClr val="E070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3" name="Google Shape;2183;p70"/>
            <p:cNvSpPr/>
            <p:nvPr/>
          </p:nvSpPr>
          <p:spPr>
            <a:xfrm>
              <a:off x="6762120" y="1728697"/>
              <a:ext cx="203381" cy="110256"/>
            </a:xfrm>
            <a:custGeom>
              <a:avLst/>
              <a:gdLst/>
              <a:ahLst/>
              <a:cxnLst/>
              <a:rect l="l" t="t" r="r" b="b"/>
              <a:pathLst>
                <a:path w="2149" h="1165" fill="none" extrusionOk="0">
                  <a:moveTo>
                    <a:pt x="2148" y="0"/>
                  </a:moveTo>
                  <a:cubicBezTo>
                    <a:pt x="1738" y="640"/>
                    <a:pt x="591" y="1164"/>
                    <a:pt x="1" y="181"/>
                  </a:cubicBezTo>
                </a:path>
              </a:pathLst>
            </a:custGeom>
            <a:noFill/>
            <a:ln w="532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4" name="Google Shape;2184;p70"/>
            <p:cNvSpPr/>
            <p:nvPr/>
          </p:nvSpPr>
          <p:spPr>
            <a:xfrm>
              <a:off x="6802531" y="1491341"/>
              <a:ext cx="128805" cy="43534"/>
            </a:xfrm>
            <a:custGeom>
              <a:avLst/>
              <a:gdLst/>
              <a:ahLst/>
              <a:cxnLst/>
              <a:rect l="l" t="t" r="r" b="b"/>
              <a:pathLst>
                <a:path w="1361" h="460" fill="none" extrusionOk="0">
                  <a:moveTo>
                    <a:pt x="0" y="459"/>
                  </a:moveTo>
                  <a:cubicBezTo>
                    <a:pt x="361" y="82"/>
                    <a:pt x="902" y="0"/>
                    <a:pt x="1361" y="230"/>
                  </a:cubicBezTo>
                </a:path>
              </a:pathLst>
            </a:custGeom>
            <a:noFill/>
            <a:ln w="532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5" name="Google Shape;2185;p70"/>
            <p:cNvSpPr/>
            <p:nvPr/>
          </p:nvSpPr>
          <p:spPr>
            <a:xfrm>
              <a:off x="6791647" y="1629420"/>
              <a:ext cx="142812" cy="38897"/>
            </a:xfrm>
            <a:custGeom>
              <a:avLst/>
              <a:gdLst/>
              <a:ahLst/>
              <a:cxnLst/>
              <a:rect l="l" t="t" r="r" b="b"/>
              <a:pathLst>
                <a:path w="1509" h="411" fill="none" extrusionOk="0">
                  <a:moveTo>
                    <a:pt x="1508" y="0"/>
                  </a:moveTo>
                  <a:lnTo>
                    <a:pt x="0" y="410"/>
                  </a:lnTo>
                </a:path>
              </a:pathLst>
            </a:custGeom>
            <a:noFill/>
            <a:ln w="532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6" name="Google Shape;2186;p70"/>
            <p:cNvSpPr/>
            <p:nvPr/>
          </p:nvSpPr>
          <p:spPr>
            <a:xfrm>
              <a:off x="6484446" y="1823337"/>
              <a:ext cx="220417" cy="71453"/>
            </a:xfrm>
            <a:custGeom>
              <a:avLst/>
              <a:gdLst/>
              <a:ahLst/>
              <a:cxnLst/>
              <a:rect l="l" t="t" r="r" b="b"/>
              <a:pathLst>
                <a:path w="2329" h="755" fill="none" extrusionOk="0">
                  <a:moveTo>
                    <a:pt x="2328" y="0"/>
                  </a:moveTo>
                  <a:cubicBezTo>
                    <a:pt x="2328" y="0"/>
                    <a:pt x="1624" y="754"/>
                    <a:pt x="1" y="623"/>
                  </a:cubicBezTo>
                </a:path>
              </a:pathLst>
            </a:custGeom>
            <a:noFill/>
            <a:ln w="532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7" name="Google Shape;2187;p70"/>
            <p:cNvSpPr/>
            <p:nvPr/>
          </p:nvSpPr>
          <p:spPr>
            <a:xfrm>
              <a:off x="6408450" y="1613900"/>
              <a:ext cx="139689" cy="105997"/>
            </a:xfrm>
            <a:custGeom>
              <a:avLst/>
              <a:gdLst/>
              <a:ahLst/>
              <a:cxnLst/>
              <a:rect l="l" t="t" r="r" b="b"/>
              <a:pathLst>
                <a:path w="1476" h="1120" extrusionOk="0">
                  <a:moveTo>
                    <a:pt x="1460" y="0"/>
                  </a:moveTo>
                  <a:lnTo>
                    <a:pt x="1" y="181"/>
                  </a:lnTo>
                  <a:cubicBezTo>
                    <a:pt x="1" y="181"/>
                    <a:pt x="137" y="1120"/>
                    <a:pt x="744" y="1120"/>
                  </a:cubicBezTo>
                  <a:cubicBezTo>
                    <a:pt x="769" y="1120"/>
                    <a:pt x="794" y="1118"/>
                    <a:pt x="820" y="1115"/>
                  </a:cubicBezTo>
                  <a:cubicBezTo>
                    <a:pt x="1476" y="1017"/>
                    <a:pt x="1460" y="0"/>
                    <a:pt x="14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8" name="Google Shape;2188;p70"/>
            <p:cNvSpPr/>
            <p:nvPr/>
          </p:nvSpPr>
          <p:spPr>
            <a:xfrm>
              <a:off x="6594607" y="1286541"/>
              <a:ext cx="133537" cy="52904"/>
            </a:xfrm>
            <a:custGeom>
              <a:avLst/>
              <a:gdLst/>
              <a:ahLst/>
              <a:cxnLst/>
              <a:rect l="l" t="t" r="r" b="b"/>
              <a:pathLst>
                <a:path w="1411" h="559" fill="none" extrusionOk="0">
                  <a:moveTo>
                    <a:pt x="1" y="165"/>
                  </a:moveTo>
                  <a:cubicBezTo>
                    <a:pt x="230" y="17"/>
                    <a:pt x="525" y="1"/>
                    <a:pt x="771" y="99"/>
                  </a:cubicBezTo>
                  <a:cubicBezTo>
                    <a:pt x="1017" y="214"/>
                    <a:pt x="1230" y="361"/>
                    <a:pt x="1410" y="558"/>
                  </a:cubicBezTo>
                </a:path>
              </a:pathLst>
            </a:custGeom>
            <a:noFill/>
            <a:ln w="532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9" name="Google Shape;2189;p70"/>
            <p:cNvSpPr/>
            <p:nvPr/>
          </p:nvSpPr>
          <p:spPr>
            <a:xfrm>
              <a:off x="6380531" y="1241587"/>
              <a:ext cx="97858" cy="60570"/>
            </a:xfrm>
            <a:custGeom>
              <a:avLst/>
              <a:gdLst/>
              <a:ahLst/>
              <a:cxnLst/>
              <a:rect l="l" t="t" r="r" b="b"/>
              <a:pathLst>
                <a:path w="1034" h="640" fill="none" extrusionOk="0">
                  <a:moveTo>
                    <a:pt x="1" y="295"/>
                  </a:moveTo>
                  <a:cubicBezTo>
                    <a:pt x="263" y="0"/>
                    <a:pt x="869" y="394"/>
                    <a:pt x="1033" y="640"/>
                  </a:cubicBezTo>
                </a:path>
              </a:pathLst>
            </a:custGeom>
            <a:noFill/>
            <a:ln w="532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0" name="Google Shape;2190;p70"/>
            <p:cNvSpPr/>
            <p:nvPr/>
          </p:nvSpPr>
          <p:spPr>
            <a:xfrm>
              <a:off x="6059418" y="1866777"/>
              <a:ext cx="1669260" cy="2328523"/>
            </a:xfrm>
            <a:custGeom>
              <a:avLst/>
              <a:gdLst/>
              <a:ahLst/>
              <a:cxnLst/>
              <a:rect l="l" t="t" r="r" b="b"/>
              <a:pathLst>
                <a:path w="17638" h="24604" extrusionOk="0">
                  <a:moveTo>
                    <a:pt x="10835" y="0"/>
                  </a:moveTo>
                  <a:lnTo>
                    <a:pt x="5557" y="1492"/>
                  </a:lnTo>
                  <a:cubicBezTo>
                    <a:pt x="5557" y="1492"/>
                    <a:pt x="1738" y="4606"/>
                    <a:pt x="1066" y="9015"/>
                  </a:cubicBezTo>
                  <a:cubicBezTo>
                    <a:pt x="689" y="11425"/>
                    <a:pt x="1" y="24603"/>
                    <a:pt x="1" y="24603"/>
                  </a:cubicBezTo>
                  <a:lnTo>
                    <a:pt x="17638" y="22686"/>
                  </a:lnTo>
                  <a:cubicBezTo>
                    <a:pt x="17638" y="22686"/>
                    <a:pt x="15195" y="8442"/>
                    <a:pt x="14491" y="5196"/>
                  </a:cubicBezTo>
                  <a:cubicBezTo>
                    <a:pt x="13769" y="1934"/>
                    <a:pt x="10835" y="0"/>
                    <a:pt x="108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1" name="Google Shape;2191;p70"/>
            <p:cNvSpPr/>
            <p:nvPr/>
          </p:nvSpPr>
          <p:spPr>
            <a:xfrm>
              <a:off x="7337720" y="2077728"/>
              <a:ext cx="206410" cy="842391"/>
            </a:xfrm>
            <a:custGeom>
              <a:avLst/>
              <a:gdLst/>
              <a:ahLst/>
              <a:cxnLst/>
              <a:rect l="l" t="t" r="r" b="b"/>
              <a:pathLst>
                <a:path w="2181" h="8901" fill="none" extrusionOk="0">
                  <a:moveTo>
                    <a:pt x="0" y="0"/>
                  </a:moveTo>
                  <a:cubicBezTo>
                    <a:pt x="443" y="935"/>
                    <a:pt x="771" y="1935"/>
                    <a:pt x="984" y="2951"/>
                  </a:cubicBezTo>
                  <a:cubicBezTo>
                    <a:pt x="1213" y="4016"/>
                    <a:pt x="1754" y="6573"/>
                    <a:pt x="2180" y="8901"/>
                  </a:cubicBezTo>
                </a:path>
              </a:pathLst>
            </a:custGeom>
            <a:noFill/>
            <a:ln w="532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2" name="Google Shape;2192;p70"/>
            <p:cNvSpPr/>
            <p:nvPr/>
          </p:nvSpPr>
          <p:spPr>
            <a:xfrm>
              <a:off x="5496311" y="2417484"/>
              <a:ext cx="943277" cy="1169561"/>
            </a:xfrm>
            <a:custGeom>
              <a:avLst/>
              <a:gdLst/>
              <a:ahLst/>
              <a:cxnLst/>
              <a:rect l="l" t="t" r="r" b="b"/>
              <a:pathLst>
                <a:path w="9967" h="12358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33" y="7130"/>
                    <a:pt x="165" y="8458"/>
                  </a:cubicBezTo>
                  <a:cubicBezTo>
                    <a:pt x="387" y="10483"/>
                    <a:pt x="1826" y="12357"/>
                    <a:pt x="3676" y="12357"/>
                  </a:cubicBezTo>
                  <a:cubicBezTo>
                    <a:pt x="4551" y="12357"/>
                    <a:pt x="5518" y="11938"/>
                    <a:pt x="6492" y="10917"/>
                  </a:cubicBezTo>
                  <a:cubicBezTo>
                    <a:pt x="9672" y="7573"/>
                    <a:pt x="9967" y="6802"/>
                    <a:pt x="9967" y="6802"/>
                  </a:cubicBezTo>
                  <a:lnTo>
                    <a:pt x="4902" y="2442"/>
                  </a:lnTo>
                  <a:lnTo>
                    <a:pt x="3853" y="45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070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3" name="Google Shape;2193;p70"/>
            <p:cNvSpPr/>
            <p:nvPr/>
          </p:nvSpPr>
          <p:spPr>
            <a:xfrm>
              <a:off x="5685590" y="2834751"/>
              <a:ext cx="237452" cy="426637"/>
            </a:xfrm>
            <a:custGeom>
              <a:avLst/>
              <a:gdLst/>
              <a:ahLst/>
              <a:cxnLst/>
              <a:rect l="l" t="t" r="r" b="b"/>
              <a:pathLst>
                <a:path w="2509" h="4508" fill="none" extrusionOk="0">
                  <a:moveTo>
                    <a:pt x="0" y="4508"/>
                  </a:moveTo>
                  <a:lnTo>
                    <a:pt x="2508" y="0"/>
                  </a:lnTo>
                </a:path>
              </a:pathLst>
            </a:custGeom>
            <a:noFill/>
            <a:ln w="532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4" name="Google Shape;2194;p70"/>
            <p:cNvSpPr/>
            <p:nvPr/>
          </p:nvSpPr>
          <p:spPr>
            <a:xfrm>
              <a:off x="5800389" y="1984603"/>
              <a:ext cx="1000629" cy="1310953"/>
            </a:xfrm>
            <a:custGeom>
              <a:avLst/>
              <a:gdLst/>
              <a:ahLst/>
              <a:cxnLst/>
              <a:rect l="l" t="t" r="r" b="b"/>
              <a:pathLst>
                <a:path w="10573" h="13852" extrusionOk="0">
                  <a:moveTo>
                    <a:pt x="10147" y="1"/>
                  </a:moveTo>
                  <a:cubicBezTo>
                    <a:pt x="10147" y="1"/>
                    <a:pt x="7065" y="148"/>
                    <a:pt x="5409" y="1329"/>
                  </a:cubicBezTo>
                  <a:cubicBezTo>
                    <a:pt x="2836" y="3148"/>
                    <a:pt x="0" y="9639"/>
                    <a:pt x="0" y="9639"/>
                  </a:cubicBezTo>
                  <a:lnTo>
                    <a:pt x="6639" y="13852"/>
                  </a:lnTo>
                  <a:lnTo>
                    <a:pt x="10573" y="7295"/>
                  </a:lnTo>
                  <a:lnTo>
                    <a:pt x="101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5" name="Google Shape;2195;p70"/>
            <p:cNvSpPr/>
            <p:nvPr/>
          </p:nvSpPr>
          <p:spPr>
            <a:xfrm>
              <a:off x="6430217" y="2674904"/>
              <a:ext cx="370800" cy="620649"/>
            </a:xfrm>
            <a:custGeom>
              <a:avLst/>
              <a:gdLst/>
              <a:ahLst/>
              <a:cxnLst/>
              <a:rect l="l" t="t" r="r" b="b"/>
              <a:pathLst>
                <a:path w="3918" h="6558" fill="none" extrusionOk="0">
                  <a:moveTo>
                    <a:pt x="0" y="6558"/>
                  </a:moveTo>
                  <a:lnTo>
                    <a:pt x="3918" y="1"/>
                  </a:lnTo>
                </a:path>
              </a:pathLst>
            </a:custGeom>
            <a:noFill/>
            <a:ln w="532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6" name="Google Shape;2196;p70"/>
            <p:cNvSpPr/>
            <p:nvPr/>
          </p:nvSpPr>
          <p:spPr>
            <a:xfrm>
              <a:off x="5899666" y="2690425"/>
              <a:ext cx="670240" cy="370894"/>
            </a:xfrm>
            <a:custGeom>
              <a:avLst/>
              <a:gdLst/>
              <a:ahLst/>
              <a:cxnLst/>
              <a:rect l="l" t="t" r="r" b="b"/>
              <a:pathLst>
                <a:path w="7082" h="3919" fill="none" extrusionOk="0">
                  <a:moveTo>
                    <a:pt x="0" y="1"/>
                  </a:moveTo>
                  <a:lnTo>
                    <a:pt x="7081" y="3918"/>
                  </a:lnTo>
                </a:path>
              </a:pathLst>
            </a:custGeom>
            <a:noFill/>
            <a:ln w="5325" cap="flat" cmpd="sng">
              <a:solidFill>
                <a:schemeClr val="dk1"/>
              </a:solidFill>
              <a:prstDash val="solid"/>
              <a:miter lim="1639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214" name="Google Shape;2214;p70"/>
          <p:cNvGrpSpPr/>
          <p:nvPr/>
        </p:nvGrpSpPr>
        <p:grpSpPr>
          <a:xfrm flipH="1">
            <a:off x="10713469" y="1512104"/>
            <a:ext cx="1845751" cy="1846857"/>
            <a:chOff x="7544913" y="3985248"/>
            <a:chExt cx="1384313" cy="1385143"/>
          </a:xfrm>
        </p:grpSpPr>
        <p:sp>
          <p:nvSpPr>
            <p:cNvPr id="2215" name="Google Shape;2215;p70"/>
            <p:cNvSpPr/>
            <p:nvPr/>
          </p:nvSpPr>
          <p:spPr>
            <a:xfrm>
              <a:off x="7544913" y="3985248"/>
              <a:ext cx="1384313" cy="1385143"/>
            </a:xfrm>
            <a:custGeom>
              <a:avLst/>
              <a:gdLst/>
              <a:ahLst/>
              <a:cxnLst/>
              <a:rect l="l" t="t" r="r" b="b"/>
              <a:pathLst>
                <a:path w="21679" h="21692" fill="none" extrusionOk="0">
                  <a:moveTo>
                    <a:pt x="20037" y="10690"/>
                  </a:moveTo>
                  <a:lnTo>
                    <a:pt x="21679" y="10201"/>
                  </a:lnTo>
                  <a:lnTo>
                    <a:pt x="21428" y="8459"/>
                  </a:lnTo>
                  <a:lnTo>
                    <a:pt x="19724" y="8447"/>
                  </a:lnTo>
                  <a:cubicBezTo>
                    <a:pt x="19611" y="8020"/>
                    <a:pt x="19461" y="7607"/>
                    <a:pt x="19298" y="7219"/>
                  </a:cubicBezTo>
                  <a:lnTo>
                    <a:pt x="20626" y="6141"/>
                  </a:lnTo>
                  <a:lnTo>
                    <a:pt x="19736" y="4612"/>
                  </a:lnTo>
                  <a:lnTo>
                    <a:pt x="18158" y="5251"/>
                  </a:lnTo>
                  <a:cubicBezTo>
                    <a:pt x="17882" y="4913"/>
                    <a:pt x="17594" y="4587"/>
                    <a:pt x="17293" y="4286"/>
                  </a:cubicBezTo>
                  <a:lnTo>
                    <a:pt x="18120" y="2783"/>
                  </a:lnTo>
                  <a:lnTo>
                    <a:pt x="16717" y="1718"/>
                  </a:lnTo>
                  <a:lnTo>
                    <a:pt x="15489" y="2908"/>
                  </a:lnTo>
                  <a:cubicBezTo>
                    <a:pt x="15113" y="2682"/>
                    <a:pt x="14724" y="2494"/>
                    <a:pt x="14323" y="2332"/>
                  </a:cubicBezTo>
                  <a:lnTo>
                    <a:pt x="14524" y="627"/>
                  </a:lnTo>
                  <a:lnTo>
                    <a:pt x="12820" y="164"/>
                  </a:lnTo>
                  <a:lnTo>
                    <a:pt x="12143" y="1730"/>
                  </a:lnTo>
                  <a:cubicBezTo>
                    <a:pt x="11704" y="1680"/>
                    <a:pt x="11278" y="1642"/>
                    <a:pt x="10840" y="1642"/>
                  </a:cubicBezTo>
                  <a:lnTo>
                    <a:pt x="10389" y="1"/>
                  </a:lnTo>
                  <a:lnTo>
                    <a:pt x="8634" y="214"/>
                  </a:lnTo>
                  <a:lnTo>
                    <a:pt x="8597" y="1931"/>
                  </a:lnTo>
                  <a:cubicBezTo>
                    <a:pt x="8070" y="2056"/>
                    <a:pt x="7557" y="2231"/>
                    <a:pt x="7055" y="2457"/>
                  </a:cubicBezTo>
                  <a:lnTo>
                    <a:pt x="5965" y="1141"/>
                  </a:lnTo>
                  <a:lnTo>
                    <a:pt x="4462" y="2068"/>
                  </a:lnTo>
                  <a:lnTo>
                    <a:pt x="5126" y="3635"/>
                  </a:lnTo>
                  <a:cubicBezTo>
                    <a:pt x="4775" y="3898"/>
                    <a:pt x="4462" y="4199"/>
                    <a:pt x="4161" y="4512"/>
                  </a:cubicBezTo>
                  <a:lnTo>
                    <a:pt x="2657" y="3710"/>
                  </a:lnTo>
                  <a:lnTo>
                    <a:pt x="1617" y="5138"/>
                  </a:lnTo>
                  <a:lnTo>
                    <a:pt x="2820" y="6341"/>
                  </a:lnTo>
                  <a:cubicBezTo>
                    <a:pt x="2607" y="6717"/>
                    <a:pt x="2419" y="7106"/>
                    <a:pt x="2269" y="7519"/>
                  </a:cubicBezTo>
                  <a:lnTo>
                    <a:pt x="565" y="7344"/>
                  </a:lnTo>
                  <a:lnTo>
                    <a:pt x="139" y="9048"/>
                  </a:lnTo>
                  <a:lnTo>
                    <a:pt x="1717" y="9712"/>
                  </a:lnTo>
                  <a:cubicBezTo>
                    <a:pt x="1655" y="10138"/>
                    <a:pt x="1630" y="10577"/>
                    <a:pt x="1642" y="11015"/>
                  </a:cubicBezTo>
                  <a:lnTo>
                    <a:pt x="1" y="11491"/>
                  </a:lnTo>
                  <a:lnTo>
                    <a:pt x="251" y="13246"/>
                  </a:lnTo>
                  <a:lnTo>
                    <a:pt x="1968" y="13246"/>
                  </a:lnTo>
                  <a:cubicBezTo>
                    <a:pt x="2081" y="13672"/>
                    <a:pt x="2219" y="14085"/>
                    <a:pt x="2394" y="14486"/>
                  </a:cubicBezTo>
                  <a:lnTo>
                    <a:pt x="1066" y="15551"/>
                  </a:lnTo>
                  <a:lnTo>
                    <a:pt x="1955" y="17080"/>
                  </a:lnTo>
                  <a:lnTo>
                    <a:pt x="3534" y="16441"/>
                  </a:lnTo>
                  <a:cubicBezTo>
                    <a:pt x="3797" y="16779"/>
                    <a:pt x="4086" y="17105"/>
                    <a:pt x="4399" y="17418"/>
                  </a:cubicBezTo>
                  <a:lnTo>
                    <a:pt x="3572" y="18910"/>
                  </a:lnTo>
                  <a:lnTo>
                    <a:pt x="4975" y="19987"/>
                  </a:lnTo>
                  <a:lnTo>
                    <a:pt x="6203" y="18784"/>
                  </a:lnTo>
                  <a:cubicBezTo>
                    <a:pt x="6579" y="19010"/>
                    <a:pt x="6968" y="19198"/>
                    <a:pt x="7369" y="19361"/>
                  </a:cubicBezTo>
                  <a:lnTo>
                    <a:pt x="7168" y="21065"/>
                  </a:lnTo>
                  <a:lnTo>
                    <a:pt x="8860" y="21529"/>
                  </a:lnTo>
                  <a:lnTo>
                    <a:pt x="9549" y="19962"/>
                  </a:lnTo>
                  <a:cubicBezTo>
                    <a:pt x="9975" y="20012"/>
                    <a:pt x="10414" y="20050"/>
                    <a:pt x="10852" y="20050"/>
                  </a:cubicBezTo>
                  <a:lnTo>
                    <a:pt x="11303" y="21691"/>
                  </a:lnTo>
                  <a:lnTo>
                    <a:pt x="13058" y="21478"/>
                  </a:lnTo>
                  <a:lnTo>
                    <a:pt x="13095" y="19762"/>
                  </a:lnTo>
                  <a:cubicBezTo>
                    <a:pt x="13621" y="19636"/>
                    <a:pt x="14135" y="19448"/>
                    <a:pt x="14624" y="19235"/>
                  </a:cubicBezTo>
                  <a:lnTo>
                    <a:pt x="15727" y="20551"/>
                  </a:lnTo>
                  <a:lnTo>
                    <a:pt x="17230" y="19624"/>
                  </a:lnTo>
                  <a:lnTo>
                    <a:pt x="16566" y="18058"/>
                  </a:lnTo>
                  <a:cubicBezTo>
                    <a:pt x="16904" y="17794"/>
                    <a:pt x="17230" y="17494"/>
                    <a:pt x="17531" y="17180"/>
                  </a:cubicBezTo>
                  <a:lnTo>
                    <a:pt x="19035" y="17982"/>
                  </a:lnTo>
                  <a:lnTo>
                    <a:pt x="20075" y="16566"/>
                  </a:lnTo>
                  <a:lnTo>
                    <a:pt x="18872" y="15363"/>
                  </a:lnTo>
                  <a:cubicBezTo>
                    <a:pt x="19085" y="14975"/>
                    <a:pt x="19260" y="14574"/>
                    <a:pt x="19423" y="14173"/>
                  </a:cubicBezTo>
                  <a:lnTo>
                    <a:pt x="21115" y="14348"/>
                  </a:lnTo>
                  <a:lnTo>
                    <a:pt x="21553" y="12632"/>
                  </a:lnTo>
                  <a:lnTo>
                    <a:pt x="19974" y="11980"/>
                  </a:lnTo>
                  <a:cubicBezTo>
                    <a:pt x="20025" y="11554"/>
                    <a:pt x="20050" y="11116"/>
                    <a:pt x="20037" y="10690"/>
                  </a:cubicBezTo>
                  <a:close/>
                  <a:moveTo>
                    <a:pt x="11679" y="17619"/>
                  </a:moveTo>
                  <a:cubicBezTo>
                    <a:pt x="8948" y="17957"/>
                    <a:pt x="6279" y="16617"/>
                    <a:pt x="4913" y="14223"/>
                  </a:cubicBezTo>
                  <a:cubicBezTo>
                    <a:pt x="3559" y="11817"/>
                    <a:pt x="3772" y="8835"/>
                    <a:pt x="5464" y="6667"/>
                  </a:cubicBezTo>
                  <a:cubicBezTo>
                    <a:pt x="7156" y="4487"/>
                    <a:pt x="10000" y="3547"/>
                    <a:pt x="12657" y="4286"/>
                  </a:cubicBezTo>
                  <a:cubicBezTo>
                    <a:pt x="15313" y="5013"/>
                    <a:pt x="17268" y="7281"/>
                    <a:pt x="17606" y="10013"/>
                  </a:cubicBezTo>
                  <a:cubicBezTo>
                    <a:pt x="18070" y="13747"/>
                    <a:pt x="15413" y="17155"/>
                    <a:pt x="11679" y="1761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16" name="Google Shape;2216;p70"/>
            <p:cNvSpPr/>
            <p:nvPr/>
          </p:nvSpPr>
          <p:spPr>
            <a:xfrm>
              <a:off x="7997840" y="4438941"/>
              <a:ext cx="478529" cy="478593"/>
            </a:xfrm>
            <a:custGeom>
              <a:avLst/>
              <a:gdLst/>
              <a:ahLst/>
              <a:cxnLst/>
              <a:rect l="l" t="t" r="r" b="b"/>
              <a:pathLst>
                <a:path w="7494" h="7495" fill="none" extrusionOk="0">
                  <a:moveTo>
                    <a:pt x="7117" y="3058"/>
                  </a:moveTo>
                  <a:cubicBezTo>
                    <a:pt x="7493" y="4913"/>
                    <a:pt x="6303" y="6730"/>
                    <a:pt x="4448" y="7106"/>
                  </a:cubicBezTo>
                  <a:cubicBezTo>
                    <a:pt x="2581" y="7494"/>
                    <a:pt x="764" y="6291"/>
                    <a:pt x="388" y="4437"/>
                  </a:cubicBezTo>
                  <a:cubicBezTo>
                    <a:pt x="0" y="2582"/>
                    <a:pt x="1203" y="765"/>
                    <a:pt x="3057" y="377"/>
                  </a:cubicBezTo>
                  <a:cubicBezTo>
                    <a:pt x="4912" y="1"/>
                    <a:pt x="6729" y="1191"/>
                    <a:pt x="7117" y="3058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miter lim="1253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217" name="Google Shape;2217;p70"/>
          <p:cNvSpPr/>
          <p:nvPr/>
        </p:nvSpPr>
        <p:spPr>
          <a:xfrm>
            <a:off x="5087037" y="5868373"/>
            <a:ext cx="1662828" cy="1662828"/>
          </a:xfrm>
          <a:custGeom>
            <a:avLst/>
            <a:gdLst/>
            <a:ahLst/>
            <a:cxnLst/>
            <a:rect l="l" t="t" r="r" b="b"/>
            <a:pathLst>
              <a:path w="10727" h="10727" fill="none" extrusionOk="0">
                <a:moveTo>
                  <a:pt x="9900" y="5840"/>
                </a:moveTo>
                <a:lnTo>
                  <a:pt x="10727" y="5702"/>
                </a:lnTo>
                <a:lnTo>
                  <a:pt x="10714" y="4825"/>
                </a:lnTo>
                <a:lnTo>
                  <a:pt x="9875" y="4725"/>
                </a:lnTo>
                <a:cubicBezTo>
                  <a:pt x="9837" y="4512"/>
                  <a:pt x="9800" y="4299"/>
                  <a:pt x="9737" y="4098"/>
                </a:cubicBezTo>
                <a:lnTo>
                  <a:pt x="10451" y="3659"/>
                </a:lnTo>
                <a:lnTo>
                  <a:pt x="10113" y="2845"/>
                </a:lnTo>
                <a:lnTo>
                  <a:pt x="9298" y="3058"/>
                </a:lnTo>
                <a:cubicBezTo>
                  <a:pt x="9186" y="2870"/>
                  <a:pt x="9060" y="2695"/>
                  <a:pt x="8935" y="2532"/>
                </a:cubicBezTo>
                <a:lnTo>
                  <a:pt x="9436" y="1843"/>
                </a:lnTo>
                <a:lnTo>
                  <a:pt x="8810" y="1229"/>
                </a:lnTo>
                <a:lnTo>
                  <a:pt x="8133" y="1742"/>
                </a:lnTo>
                <a:cubicBezTo>
                  <a:pt x="7958" y="1617"/>
                  <a:pt x="7782" y="1492"/>
                  <a:pt x="7594" y="1391"/>
                </a:cubicBezTo>
                <a:lnTo>
                  <a:pt x="7795" y="564"/>
                </a:lnTo>
                <a:lnTo>
                  <a:pt x="6993" y="239"/>
                </a:lnTo>
                <a:lnTo>
                  <a:pt x="6554" y="965"/>
                </a:lnTo>
                <a:cubicBezTo>
                  <a:pt x="6354" y="903"/>
                  <a:pt x="6141" y="865"/>
                  <a:pt x="5928" y="840"/>
                </a:cubicBezTo>
                <a:lnTo>
                  <a:pt x="5802" y="1"/>
                </a:lnTo>
                <a:lnTo>
                  <a:pt x="4925" y="1"/>
                </a:lnTo>
                <a:lnTo>
                  <a:pt x="4800" y="840"/>
                </a:lnTo>
                <a:cubicBezTo>
                  <a:pt x="4537" y="878"/>
                  <a:pt x="4274" y="928"/>
                  <a:pt x="4023" y="1003"/>
                </a:cubicBezTo>
                <a:lnTo>
                  <a:pt x="3559" y="301"/>
                </a:lnTo>
                <a:lnTo>
                  <a:pt x="2757" y="652"/>
                </a:lnTo>
                <a:lnTo>
                  <a:pt x="2995" y="1467"/>
                </a:lnTo>
                <a:cubicBezTo>
                  <a:pt x="2807" y="1579"/>
                  <a:pt x="2632" y="1705"/>
                  <a:pt x="2469" y="1843"/>
                </a:cubicBezTo>
                <a:lnTo>
                  <a:pt x="1767" y="1354"/>
                </a:lnTo>
                <a:lnTo>
                  <a:pt x="1166" y="1980"/>
                </a:lnTo>
                <a:lnTo>
                  <a:pt x="1692" y="2644"/>
                </a:lnTo>
                <a:cubicBezTo>
                  <a:pt x="1567" y="2820"/>
                  <a:pt x="1454" y="2995"/>
                  <a:pt x="1341" y="3196"/>
                </a:cubicBezTo>
                <a:lnTo>
                  <a:pt x="527" y="3008"/>
                </a:lnTo>
                <a:lnTo>
                  <a:pt x="214" y="3822"/>
                </a:lnTo>
                <a:lnTo>
                  <a:pt x="940" y="4236"/>
                </a:lnTo>
                <a:cubicBezTo>
                  <a:pt x="890" y="4449"/>
                  <a:pt x="853" y="4662"/>
                  <a:pt x="828" y="4875"/>
                </a:cubicBezTo>
                <a:lnTo>
                  <a:pt x="1" y="5013"/>
                </a:lnTo>
                <a:lnTo>
                  <a:pt x="13" y="5890"/>
                </a:lnTo>
                <a:lnTo>
                  <a:pt x="853" y="5990"/>
                </a:lnTo>
                <a:cubicBezTo>
                  <a:pt x="878" y="6203"/>
                  <a:pt x="928" y="6416"/>
                  <a:pt x="991" y="6617"/>
                </a:cubicBezTo>
                <a:lnTo>
                  <a:pt x="264" y="7068"/>
                </a:lnTo>
                <a:lnTo>
                  <a:pt x="602" y="7882"/>
                </a:lnTo>
                <a:lnTo>
                  <a:pt x="1429" y="7657"/>
                </a:lnTo>
                <a:cubicBezTo>
                  <a:pt x="1529" y="7845"/>
                  <a:pt x="1655" y="8020"/>
                  <a:pt x="1793" y="8196"/>
                </a:cubicBezTo>
                <a:lnTo>
                  <a:pt x="1291" y="8872"/>
                </a:lnTo>
                <a:lnTo>
                  <a:pt x="1918" y="9486"/>
                </a:lnTo>
                <a:lnTo>
                  <a:pt x="2594" y="8972"/>
                </a:lnTo>
                <a:cubicBezTo>
                  <a:pt x="2770" y="9110"/>
                  <a:pt x="2945" y="9223"/>
                  <a:pt x="3133" y="9336"/>
                </a:cubicBezTo>
                <a:lnTo>
                  <a:pt x="2933" y="10150"/>
                </a:lnTo>
                <a:lnTo>
                  <a:pt x="3735" y="10489"/>
                </a:lnTo>
                <a:lnTo>
                  <a:pt x="4173" y="9762"/>
                </a:lnTo>
                <a:cubicBezTo>
                  <a:pt x="4374" y="9812"/>
                  <a:pt x="4587" y="9850"/>
                  <a:pt x="4800" y="9887"/>
                </a:cubicBezTo>
                <a:lnTo>
                  <a:pt x="4925" y="10727"/>
                </a:lnTo>
                <a:lnTo>
                  <a:pt x="5802" y="10727"/>
                </a:lnTo>
                <a:lnTo>
                  <a:pt x="5915" y="9887"/>
                </a:lnTo>
                <a:cubicBezTo>
                  <a:pt x="6178" y="9850"/>
                  <a:pt x="6441" y="9787"/>
                  <a:pt x="6705" y="9712"/>
                </a:cubicBezTo>
                <a:lnTo>
                  <a:pt x="7156" y="10426"/>
                </a:lnTo>
                <a:lnTo>
                  <a:pt x="7958" y="10063"/>
                </a:lnTo>
                <a:lnTo>
                  <a:pt x="7719" y="9248"/>
                </a:lnTo>
                <a:cubicBezTo>
                  <a:pt x="7907" y="9135"/>
                  <a:pt x="8083" y="9010"/>
                  <a:pt x="8246" y="8885"/>
                </a:cubicBezTo>
                <a:lnTo>
                  <a:pt x="8947" y="9361"/>
                </a:lnTo>
                <a:lnTo>
                  <a:pt x="9549" y="8734"/>
                </a:lnTo>
                <a:lnTo>
                  <a:pt x="9023" y="8070"/>
                </a:lnTo>
                <a:cubicBezTo>
                  <a:pt x="9148" y="7895"/>
                  <a:pt x="9261" y="7719"/>
                  <a:pt x="9374" y="7531"/>
                </a:cubicBezTo>
                <a:lnTo>
                  <a:pt x="10201" y="7719"/>
                </a:lnTo>
                <a:lnTo>
                  <a:pt x="10514" y="6905"/>
                </a:lnTo>
                <a:lnTo>
                  <a:pt x="9775" y="6479"/>
                </a:lnTo>
                <a:cubicBezTo>
                  <a:pt x="9825" y="6266"/>
                  <a:pt x="9875" y="6053"/>
                  <a:pt x="9900" y="5840"/>
                </a:cubicBezTo>
                <a:close/>
                <a:moveTo>
                  <a:pt x="5364" y="8045"/>
                </a:moveTo>
                <a:cubicBezTo>
                  <a:pt x="2970" y="8045"/>
                  <a:pt x="1767" y="5151"/>
                  <a:pt x="3459" y="3459"/>
                </a:cubicBezTo>
                <a:cubicBezTo>
                  <a:pt x="5151" y="1767"/>
                  <a:pt x="8045" y="2970"/>
                  <a:pt x="8045" y="5364"/>
                </a:cubicBezTo>
                <a:cubicBezTo>
                  <a:pt x="8045" y="6842"/>
                  <a:pt x="6842" y="8045"/>
                  <a:pt x="5364" y="8045"/>
                </a:cubicBezTo>
                <a:close/>
              </a:path>
            </a:pathLst>
          </a:custGeom>
          <a:solidFill>
            <a:schemeClr val="accent3"/>
          </a:solidFill>
          <a:ln w="19050" cap="flat" cmpd="sng">
            <a:solidFill>
              <a:schemeClr val="accent4"/>
            </a:solidFill>
            <a:prstDash val="solid"/>
            <a:miter lim="1253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1CAFAB-9A67-1E7E-3C14-8C3113F2BC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15851" y="4782728"/>
            <a:ext cx="5134239" cy="947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612</Words>
  <Application>Microsoft Office PowerPoint</Application>
  <PresentationFormat>Widescreen</PresentationFormat>
  <Paragraphs>118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Inter</vt:lpstr>
      <vt:lpstr>Kanit Light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Shmeila</dc:creator>
  <cp:lastModifiedBy>Abdelrahman Shmeila</cp:lastModifiedBy>
  <cp:revision>2</cp:revision>
  <dcterms:created xsi:type="dcterms:W3CDTF">2025-09-16T20:35:34Z</dcterms:created>
  <dcterms:modified xsi:type="dcterms:W3CDTF">2025-09-17T04:11:54Z</dcterms:modified>
</cp:coreProperties>
</file>